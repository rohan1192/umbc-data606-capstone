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5141E0-6AAF-402D-A52C-D3D0F4DDD2FA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4BBED5D-EAF7-44DC-92F0-81A5D9DA62E6}">
      <dgm:prSet/>
      <dgm:spPr/>
      <dgm:t>
        <a:bodyPr/>
        <a:lstStyle/>
        <a:p>
          <a:r>
            <a:rPr lang="en-US"/>
            <a:t>Seasonal variation in pollution levels </a:t>
          </a:r>
        </a:p>
      </dgm:t>
    </dgm:pt>
    <dgm:pt modelId="{29497AF5-EB14-4469-93F9-34D230D0170A}" type="parTrans" cxnId="{1442456A-E39D-4ADD-84CF-6EC7AA7E1325}">
      <dgm:prSet/>
      <dgm:spPr/>
      <dgm:t>
        <a:bodyPr/>
        <a:lstStyle/>
        <a:p>
          <a:endParaRPr lang="en-US"/>
        </a:p>
      </dgm:t>
    </dgm:pt>
    <dgm:pt modelId="{F9088492-E36E-4657-9B8C-409448F15CAB}" type="sibTrans" cxnId="{1442456A-E39D-4ADD-84CF-6EC7AA7E1325}">
      <dgm:prSet/>
      <dgm:spPr/>
      <dgm:t>
        <a:bodyPr/>
        <a:lstStyle/>
        <a:p>
          <a:endParaRPr lang="en-US"/>
        </a:p>
      </dgm:t>
    </dgm:pt>
    <dgm:pt modelId="{15C0DC47-97FA-436A-9522-EF9F43933ED3}">
      <dgm:prSet/>
      <dgm:spPr/>
      <dgm:t>
        <a:bodyPr/>
        <a:lstStyle/>
        <a:p>
          <a:r>
            <a:rPr lang="en-US"/>
            <a:t>Strong correlation between pollutants </a:t>
          </a:r>
        </a:p>
      </dgm:t>
    </dgm:pt>
    <dgm:pt modelId="{F67A5C76-0479-471B-B8F5-53293E89B4D5}" type="parTrans" cxnId="{8D224141-442A-4338-B6DE-229C123F8EA3}">
      <dgm:prSet/>
      <dgm:spPr/>
      <dgm:t>
        <a:bodyPr/>
        <a:lstStyle/>
        <a:p>
          <a:endParaRPr lang="en-US"/>
        </a:p>
      </dgm:t>
    </dgm:pt>
    <dgm:pt modelId="{C3CEE7EF-7FB3-46B6-888A-2C1F30D4ECC5}" type="sibTrans" cxnId="{8D224141-442A-4338-B6DE-229C123F8EA3}">
      <dgm:prSet/>
      <dgm:spPr/>
      <dgm:t>
        <a:bodyPr/>
        <a:lstStyle/>
        <a:p>
          <a:endParaRPr lang="en-US"/>
        </a:p>
      </dgm:t>
    </dgm:pt>
    <dgm:pt modelId="{3EC1115C-5ADF-4650-AEB5-78F6A1E9446E}">
      <dgm:prSet/>
      <dgm:spPr/>
      <dgm:t>
        <a:bodyPr/>
        <a:lstStyle/>
        <a:p>
          <a:r>
            <a:rPr lang="en-US"/>
            <a:t>Weather factors impact pollution (Temp, Humidity) </a:t>
          </a:r>
        </a:p>
      </dgm:t>
    </dgm:pt>
    <dgm:pt modelId="{4BCA764C-8769-427D-B38A-A82B03F1B3B2}" type="parTrans" cxnId="{7C25A6FB-D326-4D78-A004-C61AA6D233FB}">
      <dgm:prSet/>
      <dgm:spPr/>
      <dgm:t>
        <a:bodyPr/>
        <a:lstStyle/>
        <a:p>
          <a:endParaRPr lang="en-US"/>
        </a:p>
      </dgm:t>
    </dgm:pt>
    <dgm:pt modelId="{489A13F4-9DEB-4BAD-82A0-34E01C980715}" type="sibTrans" cxnId="{7C25A6FB-D326-4D78-A004-C61AA6D233FB}">
      <dgm:prSet/>
      <dgm:spPr/>
      <dgm:t>
        <a:bodyPr/>
        <a:lstStyle/>
        <a:p>
          <a:endParaRPr lang="en-US"/>
        </a:p>
      </dgm:t>
    </dgm:pt>
    <dgm:pt modelId="{44648360-46F2-4707-A892-02AF4E0D8EC3}">
      <dgm:prSet/>
      <dgm:spPr/>
      <dgm:t>
        <a:bodyPr/>
        <a:lstStyle/>
        <a:p>
          <a:r>
            <a:rPr lang="en-US" b="1"/>
            <a:t>Techniques Used:</a:t>
          </a:r>
          <a:endParaRPr lang="en-US"/>
        </a:p>
      </dgm:t>
    </dgm:pt>
    <dgm:pt modelId="{988280F6-9E3A-4F1D-BBD2-E98F6D4B80D2}" type="parTrans" cxnId="{3611DB0A-23A3-41E4-84CA-5447215DF468}">
      <dgm:prSet/>
      <dgm:spPr/>
      <dgm:t>
        <a:bodyPr/>
        <a:lstStyle/>
        <a:p>
          <a:endParaRPr lang="en-US"/>
        </a:p>
      </dgm:t>
    </dgm:pt>
    <dgm:pt modelId="{5D2753CB-6500-40C2-9FDB-CF7FC3B665F0}" type="sibTrans" cxnId="{3611DB0A-23A3-41E4-84CA-5447215DF468}">
      <dgm:prSet/>
      <dgm:spPr/>
      <dgm:t>
        <a:bodyPr/>
        <a:lstStyle/>
        <a:p>
          <a:endParaRPr lang="en-US"/>
        </a:p>
      </dgm:t>
    </dgm:pt>
    <dgm:pt modelId="{E8CFC42A-F2DA-4649-997B-AD32975520A4}">
      <dgm:prSet/>
      <dgm:spPr/>
      <dgm:t>
        <a:bodyPr/>
        <a:lstStyle/>
        <a:p>
          <a:r>
            <a:rPr lang="en-US"/>
            <a:t>Histograms </a:t>
          </a:r>
        </a:p>
      </dgm:t>
    </dgm:pt>
    <dgm:pt modelId="{77262326-057D-4B15-B06C-78835343F04F}" type="parTrans" cxnId="{F636BC4C-312E-42BC-891A-777E0489489C}">
      <dgm:prSet/>
      <dgm:spPr/>
      <dgm:t>
        <a:bodyPr/>
        <a:lstStyle/>
        <a:p>
          <a:endParaRPr lang="en-US"/>
        </a:p>
      </dgm:t>
    </dgm:pt>
    <dgm:pt modelId="{69E39481-72D9-4B14-90F5-F24BF1704DBF}" type="sibTrans" cxnId="{F636BC4C-312E-42BC-891A-777E0489489C}">
      <dgm:prSet/>
      <dgm:spPr/>
      <dgm:t>
        <a:bodyPr/>
        <a:lstStyle/>
        <a:p>
          <a:endParaRPr lang="en-US"/>
        </a:p>
      </dgm:t>
    </dgm:pt>
    <dgm:pt modelId="{A9C9246B-B941-4EE0-9A57-49597903DD56}">
      <dgm:prSet/>
      <dgm:spPr/>
      <dgm:t>
        <a:bodyPr/>
        <a:lstStyle/>
        <a:p>
          <a:r>
            <a:rPr lang="en-US"/>
            <a:t>Correlation heatmap </a:t>
          </a:r>
        </a:p>
      </dgm:t>
    </dgm:pt>
    <dgm:pt modelId="{0D3FA4C9-F154-4E55-B0F4-29042281BF41}" type="parTrans" cxnId="{ADFCD259-2F56-47B1-8480-2DACDCA79ED5}">
      <dgm:prSet/>
      <dgm:spPr/>
      <dgm:t>
        <a:bodyPr/>
        <a:lstStyle/>
        <a:p>
          <a:endParaRPr lang="en-US"/>
        </a:p>
      </dgm:t>
    </dgm:pt>
    <dgm:pt modelId="{DE1E6E91-286F-4200-AA46-2E33E4C9E795}" type="sibTrans" cxnId="{ADFCD259-2F56-47B1-8480-2DACDCA79ED5}">
      <dgm:prSet/>
      <dgm:spPr/>
      <dgm:t>
        <a:bodyPr/>
        <a:lstStyle/>
        <a:p>
          <a:endParaRPr lang="en-US"/>
        </a:p>
      </dgm:t>
    </dgm:pt>
    <dgm:pt modelId="{320BCF07-C314-4A71-A417-D9C0D4DA3F4E}">
      <dgm:prSet/>
      <dgm:spPr/>
      <dgm:t>
        <a:bodyPr/>
        <a:lstStyle/>
        <a:p>
          <a:r>
            <a:rPr lang="en-US"/>
            <a:t>Monthly &amp; yearly trends </a:t>
          </a:r>
        </a:p>
      </dgm:t>
    </dgm:pt>
    <dgm:pt modelId="{9DDA0362-9F9F-4399-A993-04D6F4ADAE8B}" type="parTrans" cxnId="{5493595B-AEF4-4387-99F0-AEE460E869CB}">
      <dgm:prSet/>
      <dgm:spPr/>
      <dgm:t>
        <a:bodyPr/>
        <a:lstStyle/>
        <a:p>
          <a:endParaRPr lang="en-US"/>
        </a:p>
      </dgm:t>
    </dgm:pt>
    <dgm:pt modelId="{95935D91-3476-4B3D-AA4A-57B82900BCDE}" type="sibTrans" cxnId="{5493595B-AEF4-4387-99F0-AEE460E869CB}">
      <dgm:prSet/>
      <dgm:spPr/>
      <dgm:t>
        <a:bodyPr/>
        <a:lstStyle/>
        <a:p>
          <a:endParaRPr lang="en-US"/>
        </a:p>
      </dgm:t>
    </dgm:pt>
    <dgm:pt modelId="{6965980D-0D79-4CF8-AB3D-CEC22F199A07}">
      <dgm:prSet/>
      <dgm:spPr/>
      <dgm:t>
        <a:bodyPr/>
        <a:lstStyle/>
        <a:p>
          <a:r>
            <a:rPr lang="en-US"/>
            <a:t>Scatter plots </a:t>
          </a:r>
        </a:p>
      </dgm:t>
    </dgm:pt>
    <dgm:pt modelId="{83FDA0A1-8438-4A34-AD6D-4AE0D5DF0673}" type="parTrans" cxnId="{749C9F27-6B2E-47EE-9035-0B5CA14650CD}">
      <dgm:prSet/>
      <dgm:spPr/>
      <dgm:t>
        <a:bodyPr/>
        <a:lstStyle/>
        <a:p>
          <a:endParaRPr lang="en-US"/>
        </a:p>
      </dgm:t>
    </dgm:pt>
    <dgm:pt modelId="{47A61B05-097B-474C-B55B-804EBA87B925}" type="sibTrans" cxnId="{749C9F27-6B2E-47EE-9035-0B5CA14650CD}">
      <dgm:prSet/>
      <dgm:spPr/>
      <dgm:t>
        <a:bodyPr/>
        <a:lstStyle/>
        <a:p>
          <a:endParaRPr lang="en-US"/>
        </a:p>
      </dgm:t>
    </dgm:pt>
    <dgm:pt modelId="{A98CF9B9-80F0-4884-8BE8-3F2C8A8ADCA5}">
      <dgm:prSet/>
      <dgm:spPr/>
      <dgm:t>
        <a:bodyPr/>
        <a:lstStyle/>
        <a:p>
          <a:r>
            <a:rPr lang="en-US"/>
            <a:t>👉 Helped identify patterns and clean anomalies</a:t>
          </a:r>
        </a:p>
      </dgm:t>
    </dgm:pt>
    <dgm:pt modelId="{CFAF3648-1E0D-4E30-8143-8560364B8173}" type="parTrans" cxnId="{6D21A0E1-E1F8-400E-A1D9-9E305F3178FE}">
      <dgm:prSet/>
      <dgm:spPr/>
      <dgm:t>
        <a:bodyPr/>
        <a:lstStyle/>
        <a:p>
          <a:endParaRPr lang="en-US"/>
        </a:p>
      </dgm:t>
    </dgm:pt>
    <dgm:pt modelId="{8E4AEEF5-35D7-44B9-BB7A-09CD9CB3DE92}" type="sibTrans" cxnId="{6D21A0E1-E1F8-400E-A1D9-9E305F3178FE}">
      <dgm:prSet/>
      <dgm:spPr/>
      <dgm:t>
        <a:bodyPr/>
        <a:lstStyle/>
        <a:p>
          <a:endParaRPr lang="en-US"/>
        </a:p>
      </dgm:t>
    </dgm:pt>
    <dgm:pt modelId="{11D95315-890B-4E14-8E47-A55CCCB753E9}" type="pres">
      <dgm:prSet presAssocID="{B95141E0-6AAF-402D-A52C-D3D0F4DDD2FA}" presName="Name0" presStyleCnt="0">
        <dgm:presLayoutVars>
          <dgm:dir/>
          <dgm:resizeHandles val="exact"/>
        </dgm:presLayoutVars>
      </dgm:prSet>
      <dgm:spPr/>
    </dgm:pt>
    <dgm:pt modelId="{430E6EF7-BFF8-4FC3-96C3-3B97F00569D9}" type="pres">
      <dgm:prSet presAssocID="{14BBED5D-EAF7-44DC-92F0-81A5D9DA62E6}" presName="node" presStyleLbl="node1" presStyleIdx="0" presStyleCnt="9">
        <dgm:presLayoutVars>
          <dgm:bulletEnabled val="1"/>
        </dgm:presLayoutVars>
      </dgm:prSet>
      <dgm:spPr/>
    </dgm:pt>
    <dgm:pt modelId="{3C57845A-5574-4F0C-B43D-986EEE5153BB}" type="pres">
      <dgm:prSet presAssocID="{F9088492-E36E-4657-9B8C-409448F15CAB}" presName="sibTrans" presStyleLbl="sibTrans1D1" presStyleIdx="0" presStyleCnt="8"/>
      <dgm:spPr/>
    </dgm:pt>
    <dgm:pt modelId="{71EFAF5E-80EF-49FA-90F4-B1D7F618F651}" type="pres">
      <dgm:prSet presAssocID="{F9088492-E36E-4657-9B8C-409448F15CAB}" presName="connectorText" presStyleLbl="sibTrans1D1" presStyleIdx="0" presStyleCnt="8"/>
      <dgm:spPr/>
    </dgm:pt>
    <dgm:pt modelId="{A3F927F6-28A1-4AB6-AEAB-9C513B3CF4D0}" type="pres">
      <dgm:prSet presAssocID="{15C0DC47-97FA-436A-9522-EF9F43933ED3}" presName="node" presStyleLbl="node1" presStyleIdx="1" presStyleCnt="9">
        <dgm:presLayoutVars>
          <dgm:bulletEnabled val="1"/>
        </dgm:presLayoutVars>
      </dgm:prSet>
      <dgm:spPr/>
    </dgm:pt>
    <dgm:pt modelId="{5F349CC3-5E2A-4418-A604-1F312EE3192F}" type="pres">
      <dgm:prSet presAssocID="{C3CEE7EF-7FB3-46B6-888A-2C1F30D4ECC5}" presName="sibTrans" presStyleLbl="sibTrans1D1" presStyleIdx="1" presStyleCnt="8"/>
      <dgm:spPr/>
    </dgm:pt>
    <dgm:pt modelId="{CB5D0C99-699A-45BB-86DA-6B7D30E8C428}" type="pres">
      <dgm:prSet presAssocID="{C3CEE7EF-7FB3-46B6-888A-2C1F30D4ECC5}" presName="connectorText" presStyleLbl="sibTrans1D1" presStyleIdx="1" presStyleCnt="8"/>
      <dgm:spPr/>
    </dgm:pt>
    <dgm:pt modelId="{23581F11-C0DB-4B3A-80CB-70A659E3BE6F}" type="pres">
      <dgm:prSet presAssocID="{3EC1115C-5ADF-4650-AEB5-78F6A1E9446E}" presName="node" presStyleLbl="node1" presStyleIdx="2" presStyleCnt="9">
        <dgm:presLayoutVars>
          <dgm:bulletEnabled val="1"/>
        </dgm:presLayoutVars>
      </dgm:prSet>
      <dgm:spPr/>
    </dgm:pt>
    <dgm:pt modelId="{1B489877-0D3D-46A2-89D2-D88019F55A7B}" type="pres">
      <dgm:prSet presAssocID="{489A13F4-9DEB-4BAD-82A0-34E01C980715}" presName="sibTrans" presStyleLbl="sibTrans1D1" presStyleIdx="2" presStyleCnt="8"/>
      <dgm:spPr/>
    </dgm:pt>
    <dgm:pt modelId="{7BA9B82F-A676-4454-AFA7-BA1E2320F0D0}" type="pres">
      <dgm:prSet presAssocID="{489A13F4-9DEB-4BAD-82A0-34E01C980715}" presName="connectorText" presStyleLbl="sibTrans1D1" presStyleIdx="2" presStyleCnt="8"/>
      <dgm:spPr/>
    </dgm:pt>
    <dgm:pt modelId="{2781E01C-71F4-4EDF-A900-2FD4473EE5C6}" type="pres">
      <dgm:prSet presAssocID="{44648360-46F2-4707-A892-02AF4E0D8EC3}" presName="node" presStyleLbl="node1" presStyleIdx="3" presStyleCnt="9">
        <dgm:presLayoutVars>
          <dgm:bulletEnabled val="1"/>
        </dgm:presLayoutVars>
      </dgm:prSet>
      <dgm:spPr/>
    </dgm:pt>
    <dgm:pt modelId="{4EBED78D-3FF4-492E-AC22-0C9923159891}" type="pres">
      <dgm:prSet presAssocID="{5D2753CB-6500-40C2-9FDB-CF7FC3B665F0}" presName="sibTrans" presStyleLbl="sibTrans1D1" presStyleIdx="3" presStyleCnt="8"/>
      <dgm:spPr/>
    </dgm:pt>
    <dgm:pt modelId="{634985DC-38ED-4E0B-9810-A29C0D71A305}" type="pres">
      <dgm:prSet presAssocID="{5D2753CB-6500-40C2-9FDB-CF7FC3B665F0}" presName="connectorText" presStyleLbl="sibTrans1D1" presStyleIdx="3" presStyleCnt="8"/>
      <dgm:spPr/>
    </dgm:pt>
    <dgm:pt modelId="{AD0051BF-7B7C-40FF-8E56-505E01B54B31}" type="pres">
      <dgm:prSet presAssocID="{E8CFC42A-F2DA-4649-997B-AD32975520A4}" presName="node" presStyleLbl="node1" presStyleIdx="4" presStyleCnt="9">
        <dgm:presLayoutVars>
          <dgm:bulletEnabled val="1"/>
        </dgm:presLayoutVars>
      </dgm:prSet>
      <dgm:spPr/>
    </dgm:pt>
    <dgm:pt modelId="{7A0B8E48-9AC7-47ED-B504-F483E5B5D06F}" type="pres">
      <dgm:prSet presAssocID="{69E39481-72D9-4B14-90F5-F24BF1704DBF}" presName="sibTrans" presStyleLbl="sibTrans1D1" presStyleIdx="4" presStyleCnt="8"/>
      <dgm:spPr/>
    </dgm:pt>
    <dgm:pt modelId="{CA135450-774A-4B98-B038-80B306586D00}" type="pres">
      <dgm:prSet presAssocID="{69E39481-72D9-4B14-90F5-F24BF1704DBF}" presName="connectorText" presStyleLbl="sibTrans1D1" presStyleIdx="4" presStyleCnt="8"/>
      <dgm:spPr/>
    </dgm:pt>
    <dgm:pt modelId="{183529AF-200A-4075-804F-C9152D085DCE}" type="pres">
      <dgm:prSet presAssocID="{A9C9246B-B941-4EE0-9A57-49597903DD56}" presName="node" presStyleLbl="node1" presStyleIdx="5" presStyleCnt="9">
        <dgm:presLayoutVars>
          <dgm:bulletEnabled val="1"/>
        </dgm:presLayoutVars>
      </dgm:prSet>
      <dgm:spPr/>
    </dgm:pt>
    <dgm:pt modelId="{96ACB2D7-322F-41F7-82FC-1139BD0B8C07}" type="pres">
      <dgm:prSet presAssocID="{DE1E6E91-286F-4200-AA46-2E33E4C9E795}" presName="sibTrans" presStyleLbl="sibTrans1D1" presStyleIdx="5" presStyleCnt="8"/>
      <dgm:spPr/>
    </dgm:pt>
    <dgm:pt modelId="{D4FC3E5E-9639-4C9C-8275-DCA5B97637F6}" type="pres">
      <dgm:prSet presAssocID="{DE1E6E91-286F-4200-AA46-2E33E4C9E795}" presName="connectorText" presStyleLbl="sibTrans1D1" presStyleIdx="5" presStyleCnt="8"/>
      <dgm:spPr/>
    </dgm:pt>
    <dgm:pt modelId="{42403CC3-7159-4491-81A9-52090719FA55}" type="pres">
      <dgm:prSet presAssocID="{320BCF07-C314-4A71-A417-D9C0D4DA3F4E}" presName="node" presStyleLbl="node1" presStyleIdx="6" presStyleCnt="9">
        <dgm:presLayoutVars>
          <dgm:bulletEnabled val="1"/>
        </dgm:presLayoutVars>
      </dgm:prSet>
      <dgm:spPr/>
    </dgm:pt>
    <dgm:pt modelId="{04870D5E-01B2-4252-92F3-CF1C4BB3F060}" type="pres">
      <dgm:prSet presAssocID="{95935D91-3476-4B3D-AA4A-57B82900BCDE}" presName="sibTrans" presStyleLbl="sibTrans1D1" presStyleIdx="6" presStyleCnt="8"/>
      <dgm:spPr/>
    </dgm:pt>
    <dgm:pt modelId="{8C879032-9F24-433B-92C3-BBA94CFBD8C2}" type="pres">
      <dgm:prSet presAssocID="{95935D91-3476-4B3D-AA4A-57B82900BCDE}" presName="connectorText" presStyleLbl="sibTrans1D1" presStyleIdx="6" presStyleCnt="8"/>
      <dgm:spPr/>
    </dgm:pt>
    <dgm:pt modelId="{944114E9-D8E7-4C84-9182-54BA46EEA630}" type="pres">
      <dgm:prSet presAssocID="{6965980D-0D79-4CF8-AB3D-CEC22F199A07}" presName="node" presStyleLbl="node1" presStyleIdx="7" presStyleCnt="9">
        <dgm:presLayoutVars>
          <dgm:bulletEnabled val="1"/>
        </dgm:presLayoutVars>
      </dgm:prSet>
      <dgm:spPr/>
    </dgm:pt>
    <dgm:pt modelId="{BA86AAFF-8D4E-407B-9B0F-2A56E51CA437}" type="pres">
      <dgm:prSet presAssocID="{47A61B05-097B-474C-B55B-804EBA87B925}" presName="sibTrans" presStyleLbl="sibTrans1D1" presStyleIdx="7" presStyleCnt="8"/>
      <dgm:spPr/>
    </dgm:pt>
    <dgm:pt modelId="{9AB71AFC-F2A1-48F3-AA5C-489C6B888630}" type="pres">
      <dgm:prSet presAssocID="{47A61B05-097B-474C-B55B-804EBA87B925}" presName="connectorText" presStyleLbl="sibTrans1D1" presStyleIdx="7" presStyleCnt="8"/>
      <dgm:spPr/>
    </dgm:pt>
    <dgm:pt modelId="{6D301115-3385-4BE8-9528-255ECCF8B68E}" type="pres">
      <dgm:prSet presAssocID="{A98CF9B9-80F0-4884-8BE8-3F2C8A8ADCA5}" presName="node" presStyleLbl="node1" presStyleIdx="8" presStyleCnt="9">
        <dgm:presLayoutVars>
          <dgm:bulletEnabled val="1"/>
        </dgm:presLayoutVars>
      </dgm:prSet>
      <dgm:spPr/>
    </dgm:pt>
  </dgm:ptLst>
  <dgm:cxnLst>
    <dgm:cxn modelId="{37B0E308-673C-4F6A-8ECC-AF3770347936}" type="presOf" srcId="{47A61B05-097B-474C-B55B-804EBA87B925}" destId="{BA86AAFF-8D4E-407B-9B0F-2A56E51CA437}" srcOrd="0" destOrd="0" presId="urn:microsoft.com/office/officeart/2016/7/layout/RepeatingBendingProcessNew"/>
    <dgm:cxn modelId="{3611DB0A-23A3-41E4-84CA-5447215DF468}" srcId="{B95141E0-6AAF-402D-A52C-D3D0F4DDD2FA}" destId="{44648360-46F2-4707-A892-02AF4E0D8EC3}" srcOrd="3" destOrd="0" parTransId="{988280F6-9E3A-4F1D-BBD2-E98F6D4B80D2}" sibTransId="{5D2753CB-6500-40C2-9FDB-CF7FC3B665F0}"/>
    <dgm:cxn modelId="{8C16490C-361A-4ED8-BBC7-DB3F8A8FE539}" type="presOf" srcId="{F9088492-E36E-4657-9B8C-409448F15CAB}" destId="{3C57845A-5574-4F0C-B43D-986EEE5153BB}" srcOrd="0" destOrd="0" presId="urn:microsoft.com/office/officeart/2016/7/layout/RepeatingBendingProcessNew"/>
    <dgm:cxn modelId="{5C464010-4EFC-4EA0-A402-B5685AB9DA5F}" type="presOf" srcId="{F9088492-E36E-4657-9B8C-409448F15CAB}" destId="{71EFAF5E-80EF-49FA-90F4-B1D7F618F651}" srcOrd="1" destOrd="0" presId="urn:microsoft.com/office/officeart/2016/7/layout/RepeatingBendingProcessNew"/>
    <dgm:cxn modelId="{A1E09819-14B9-4423-BCA6-1E68C8D40734}" type="presOf" srcId="{320BCF07-C314-4A71-A417-D9C0D4DA3F4E}" destId="{42403CC3-7159-4491-81A9-52090719FA55}" srcOrd="0" destOrd="0" presId="urn:microsoft.com/office/officeart/2016/7/layout/RepeatingBendingProcessNew"/>
    <dgm:cxn modelId="{C03EB31C-E2ED-46CC-A9E5-032736834CC6}" type="presOf" srcId="{95935D91-3476-4B3D-AA4A-57B82900BCDE}" destId="{8C879032-9F24-433B-92C3-BBA94CFBD8C2}" srcOrd="1" destOrd="0" presId="urn:microsoft.com/office/officeart/2016/7/layout/RepeatingBendingProcessNew"/>
    <dgm:cxn modelId="{749C9F27-6B2E-47EE-9035-0B5CA14650CD}" srcId="{B95141E0-6AAF-402D-A52C-D3D0F4DDD2FA}" destId="{6965980D-0D79-4CF8-AB3D-CEC22F199A07}" srcOrd="7" destOrd="0" parTransId="{83FDA0A1-8438-4A34-AD6D-4AE0D5DF0673}" sibTransId="{47A61B05-097B-474C-B55B-804EBA87B925}"/>
    <dgm:cxn modelId="{BAF4BE2F-865E-484B-A4FE-6FB3E4580D75}" type="presOf" srcId="{3EC1115C-5ADF-4650-AEB5-78F6A1E9446E}" destId="{23581F11-C0DB-4B3A-80CB-70A659E3BE6F}" srcOrd="0" destOrd="0" presId="urn:microsoft.com/office/officeart/2016/7/layout/RepeatingBendingProcessNew"/>
    <dgm:cxn modelId="{0BA6D53C-E0BD-4C85-925F-190B9F5A4D7A}" type="presOf" srcId="{B95141E0-6AAF-402D-A52C-D3D0F4DDD2FA}" destId="{11D95315-890B-4E14-8E47-A55CCCB753E9}" srcOrd="0" destOrd="0" presId="urn:microsoft.com/office/officeart/2016/7/layout/RepeatingBendingProcessNew"/>
    <dgm:cxn modelId="{5493595B-AEF4-4387-99F0-AEE460E869CB}" srcId="{B95141E0-6AAF-402D-A52C-D3D0F4DDD2FA}" destId="{320BCF07-C314-4A71-A417-D9C0D4DA3F4E}" srcOrd="6" destOrd="0" parTransId="{9DDA0362-9F9F-4399-A993-04D6F4ADAE8B}" sibTransId="{95935D91-3476-4B3D-AA4A-57B82900BCDE}"/>
    <dgm:cxn modelId="{8D224141-442A-4338-B6DE-229C123F8EA3}" srcId="{B95141E0-6AAF-402D-A52C-D3D0F4DDD2FA}" destId="{15C0DC47-97FA-436A-9522-EF9F43933ED3}" srcOrd="1" destOrd="0" parTransId="{F67A5C76-0479-471B-B8F5-53293E89B4D5}" sibTransId="{C3CEE7EF-7FB3-46B6-888A-2C1F30D4ECC5}"/>
    <dgm:cxn modelId="{1442456A-E39D-4ADD-84CF-6EC7AA7E1325}" srcId="{B95141E0-6AAF-402D-A52C-D3D0F4DDD2FA}" destId="{14BBED5D-EAF7-44DC-92F0-81A5D9DA62E6}" srcOrd="0" destOrd="0" parTransId="{29497AF5-EB14-4469-93F9-34D230D0170A}" sibTransId="{F9088492-E36E-4657-9B8C-409448F15CAB}"/>
    <dgm:cxn modelId="{8EC96C4A-6FA1-4560-B6CB-EFA0DE7BF976}" type="presOf" srcId="{A9C9246B-B941-4EE0-9A57-49597903DD56}" destId="{183529AF-200A-4075-804F-C9152D085DCE}" srcOrd="0" destOrd="0" presId="urn:microsoft.com/office/officeart/2016/7/layout/RepeatingBendingProcessNew"/>
    <dgm:cxn modelId="{E5F3C86A-2D3A-4BF6-807A-49B7E2566BF2}" type="presOf" srcId="{15C0DC47-97FA-436A-9522-EF9F43933ED3}" destId="{A3F927F6-28A1-4AB6-AEAB-9C513B3CF4D0}" srcOrd="0" destOrd="0" presId="urn:microsoft.com/office/officeart/2016/7/layout/RepeatingBendingProcessNew"/>
    <dgm:cxn modelId="{F636BC4C-312E-42BC-891A-777E0489489C}" srcId="{B95141E0-6AAF-402D-A52C-D3D0F4DDD2FA}" destId="{E8CFC42A-F2DA-4649-997B-AD32975520A4}" srcOrd="4" destOrd="0" parTransId="{77262326-057D-4B15-B06C-78835343F04F}" sibTransId="{69E39481-72D9-4B14-90F5-F24BF1704DBF}"/>
    <dgm:cxn modelId="{DFC51D4E-F105-4539-AE55-B7AB285E2DB1}" type="presOf" srcId="{E8CFC42A-F2DA-4649-997B-AD32975520A4}" destId="{AD0051BF-7B7C-40FF-8E56-505E01B54B31}" srcOrd="0" destOrd="0" presId="urn:microsoft.com/office/officeart/2016/7/layout/RepeatingBendingProcessNew"/>
    <dgm:cxn modelId="{5B50E276-EAAB-411F-A056-8D6ACDA9F228}" type="presOf" srcId="{DE1E6E91-286F-4200-AA46-2E33E4C9E795}" destId="{96ACB2D7-322F-41F7-82FC-1139BD0B8C07}" srcOrd="0" destOrd="0" presId="urn:microsoft.com/office/officeart/2016/7/layout/RepeatingBendingProcessNew"/>
    <dgm:cxn modelId="{9BCA0458-6C1D-4F40-8D04-F69B53FDCCC5}" type="presOf" srcId="{47A61B05-097B-474C-B55B-804EBA87B925}" destId="{9AB71AFC-F2A1-48F3-AA5C-489C6B888630}" srcOrd="1" destOrd="0" presId="urn:microsoft.com/office/officeart/2016/7/layout/RepeatingBendingProcessNew"/>
    <dgm:cxn modelId="{ADFCD259-2F56-47B1-8480-2DACDCA79ED5}" srcId="{B95141E0-6AAF-402D-A52C-D3D0F4DDD2FA}" destId="{A9C9246B-B941-4EE0-9A57-49597903DD56}" srcOrd="5" destOrd="0" parTransId="{0D3FA4C9-F154-4E55-B0F4-29042281BF41}" sibTransId="{DE1E6E91-286F-4200-AA46-2E33E4C9E795}"/>
    <dgm:cxn modelId="{E390407B-98F1-43BA-9F31-49D8374C8A93}" type="presOf" srcId="{5D2753CB-6500-40C2-9FDB-CF7FC3B665F0}" destId="{634985DC-38ED-4E0B-9810-A29C0D71A305}" srcOrd="1" destOrd="0" presId="urn:microsoft.com/office/officeart/2016/7/layout/RepeatingBendingProcessNew"/>
    <dgm:cxn modelId="{8A52A08A-9DEF-4969-AF68-0948E87492E8}" type="presOf" srcId="{C3CEE7EF-7FB3-46B6-888A-2C1F30D4ECC5}" destId="{CB5D0C99-699A-45BB-86DA-6B7D30E8C428}" srcOrd="1" destOrd="0" presId="urn:microsoft.com/office/officeart/2016/7/layout/RepeatingBendingProcessNew"/>
    <dgm:cxn modelId="{B90ACF95-DE23-4AE1-9240-FD470A07D957}" type="presOf" srcId="{69E39481-72D9-4B14-90F5-F24BF1704DBF}" destId="{7A0B8E48-9AC7-47ED-B504-F483E5B5D06F}" srcOrd="0" destOrd="0" presId="urn:microsoft.com/office/officeart/2016/7/layout/RepeatingBendingProcessNew"/>
    <dgm:cxn modelId="{A900EB96-A2DC-43DA-914E-5C8134B716B7}" type="presOf" srcId="{95935D91-3476-4B3D-AA4A-57B82900BCDE}" destId="{04870D5E-01B2-4252-92F3-CF1C4BB3F060}" srcOrd="0" destOrd="0" presId="urn:microsoft.com/office/officeart/2016/7/layout/RepeatingBendingProcessNew"/>
    <dgm:cxn modelId="{3DC434B6-487E-4848-BBA5-F2F8E39379B8}" type="presOf" srcId="{14BBED5D-EAF7-44DC-92F0-81A5D9DA62E6}" destId="{430E6EF7-BFF8-4FC3-96C3-3B97F00569D9}" srcOrd="0" destOrd="0" presId="urn:microsoft.com/office/officeart/2016/7/layout/RepeatingBendingProcessNew"/>
    <dgm:cxn modelId="{53B9E8B7-8A16-4EAC-A6E3-5BE0B80A47C8}" type="presOf" srcId="{C3CEE7EF-7FB3-46B6-888A-2C1F30D4ECC5}" destId="{5F349CC3-5E2A-4418-A604-1F312EE3192F}" srcOrd="0" destOrd="0" presId="urn:microsoft.com/office/officeart/2016/7/layout/RepeatingBendingProcessNew"/>
    <dgm:cxn modelId="{0C0C0CBD-827F-4B7C-9046-4035DED287E7}" type="presOf" srcId="{A98CF9B9-80F0-4884-8BE8-3F2C8A8ADCA5}" destId="{6D301115-3385-4BE8-9528-255ECCF8B68E}" srcOrd="0" destOrd="0" presId="urn:microsoft.com/office/officeart/2016/7/layout/RepeatingBendingProcessNew"/>
    <dgm:cxn modelId="{688479C0-AE02-43EF-BD63-36BD40222793}" type="presOf" srcId="{44648360-46F2-4707-A892-02AF4E0D8EC3}" destId="{2781E01C-71F4-4EDF-A900-2FD4473EE5C6}" srcOrd="0" destOrd="0" presId="urn:microsoft.com/office/officeart/2016/7/layout/RepeatingBendingProcessNew"/>
    <dgm:cxn modelId="{ED786EC5-0C3F-4526-8175-8717A49A0A91}" type="presOf" srcId="{69E39481-72D9-4B14-90F5-F24BF1704DBF}" destId="{CA135450-774A-4B98-B038-80B306586D00}" srcOrd="1" destOrd="0" presId="urn:microsoft.com/office/officeart/2016/7/layout/RepeatingBendingProcessNew"/>
    <dgm:cxn modelId="{28B724CA-D1F5-4947-95C8-2938D772971F}" type="presOf" srcId="{DE1E6E91-286F-4200-AA46-2E33E4C9E795}" destId="{D4FC3E5E-9639-4C9C-8275-DCA5B97637F6}" srcOrd="1" destOrd="0" presId="urn:microsoft.com/office/officeart/2016/7/layout/RepeatingBendingProcessNew"/>
    <dgm:cxn modelId="{10C220CC-4619-4F0C-B571-EAF838D66D95}" type="presOf" srcId="{489A13F4-9DEB-4BAD-82A0-34E01C980715}" destId="{7BA9B82F-A676-4454-AFA7-BA1E2320F0D0}" srcOrd="1" destOrd="0" presId="urn:microsoft.com/office/officeart/2016/7/layout/RepeatingBendingProcessNew"/>
    <dgm:cxn modelId="{61C095CF-F0EA-4B96-96FB-DDCFC82BFE73}" type="presOf" srcId="{489A13F4-9DEB-4BAD-82A0-34E01C980715}" destId="{1B489877-0D3D-46A2-89D2-D88019F55A7B}" srcOrd="0" destOrd="0" presId="urn:microsoft.com/office/officeart/2016/7/layout/RepeatingBendingProcessNew"/>
    <dgm:cxn modelId="{6D21A0E1-E1F8-400E-A1D9-9E305F3178FE}" srcId="{B95141E0-6AAF-402D-A52C-D3D0F4DDD2FA}" destId="{A98CF9B9-80F0-4884-8BE8-3F2C8A8ADCA5}" srcOrd="8" destOrd="0" parTransId="{CFAF3648-1E0D-4E30-8143-8560364B8173}" sibTransId="{8E4AEEF5-35D7-44B9-BB7A-09CD9CB3DE92}"/>
    <dgm:cxn modelId="{7C25A6FB-D326-4D78-A004-C61AA6D233FB}" srcId="{B95141E0-6AAF-402D-A52C-D3D0F4DDD2FA}" destId="{3EC1115C-5ADF-4650-AEB5-78F6A1E9446E}" srcOrd="2" destOrd="0" parTransId="{4BCA764C-8769-427D-B38A-A82B03F1B3B2}" sibTransId="{489A13F4-9DEB-4BAD-82A0-34E01C980715}"/>
    <dgm:cxn modelId="{59F49BFD-ECA6-4519-9161-4322A960DEA4}" type="presOf" srcId="{6965980D-0D79-4CF8-AB3D-CEC22F199A07}" destId="{944114E9-D8E7-4C84-9182-54BA46EEA630}" srcOrd="0" destOrd="0" presId="urn:microsoft.com/office/officeart/2016/7/layout/RepeatingBendingProcessNew"/>
    <dgm:cxn modelId="{DAEC30FF-B44B-4624-B989-DD2C68D47989}" type="presOf" srcId="{5D2753CB-6500-40C2-9FDB-CF7FC3B665F0}" destId="{4EBED78D-3FF4-492E-AC22-0C9923159891}" srcOrd="0" destOrd="0" presId="urn:microsoft.com/office/officeart/2016/7/layout/RepeatingBendingProcessNew"/>
    <dgm:cxn modelId="{20B32D96-391E-436E-BAD2-C9AF4C215987}" type="presParOf" srcId="{11D95315-890B-4E14-8E47-A55CCCB753E9}" destId="{430E6EF7-BFF8-4FC3-96C3-3B97F00569D9}" srcOrd="0" destOrd="0" presId="urn:microsoft.com/office/officeart/2016/7/layout/RepeatingBendingProcessNew"/>
    <dgm:cxn modelId="{6AA81CEE-3543-4567-BA1E-71BE5016177A}" type="presParOf" srcId="{11D95315-890B-4E14-8E47-A55CCCB753E9}" destId="{3C57845A-5574-4F0C-B43D-986EEE5153BB}" srcOrd="1" destOrd="0" presId="urn:microsoft.com/office/officeart/2016/7/layout/RepeatingBendingProcessNew"/>
    <dgm:cxn modelId="{588A5A92-EF92-4DBC-AD70-1A472EAE1595}" type="presParOf" srcId="{3C57845A-5574-4F0C-B43D-986EEE5153BB}" destId="{71EFAF5E-80EF-49FA-90F4-B1D7F618F651}" srcOrd="0" destOrd="0" presId="urn:microsoft.com/office/officeart/2016/7/layout/RepeatingBendingProcessNew"/>
    <dgm:cxn modelId="{5431847E-BE69-4EF3-8CDE-481910207DE7}" type="presParOf" srcId="{11D95315-890B-4E14-8E47-A55CCCB753E9}" destId="{A3F927F6-28A1-4AB6-AEAB-9C513B3CF4D0}" srcOrd="2" destOrd="0" presId="urn:microsoft.com/office/officeart/2016/7/layout/RepeatingBendingProcessNew"/>
    <dgm:cxn modelId="{E5F36609-CBF7-4BCF-BF28-B84ED6E3CB4A}" type="presParOf" srcId="{11D95315-890B-4E14-8E47-A55CCCB753E9}" destId="{5F349CC3-5E2A-4418-A604-1F312EE3192F}" srcOrd="3" destOrd="0" presId="urn:microsoft.com/office/officeart/2016/7/layout/RepeatingBendingProcessNew"/>
    <dgm:cxn modelId="{8F0CF839-A3C0-4897-BFDF-984E14438A89}" type="presParOf" srcId="{5F349CC3-5E2A-4418-A604-1F312EE3192F}" destId="{CB5D0C99-699A-45BB-86DA-6B7D30E8C428}" srcOrd="0" destOrd="0" presId="urn:microsoft.com/office/officeart/2016/7/layout/RepeatingBendingProcessNew"/>
    <dgm:cxn modelId="{442236E4-0A62-4490-84B4-2617230C76D1}" type="presParOf" srcId="{11D95315-890B-4E14-8E47-A55CCCB753E9}" destId="{23581F11-C0DB-4B3A-80CB-70A659E3BE6F}" srcOrd="4" destOrd="0" presId="urn:microsoft.com/office/officeart/2016/7/layout/RepeatingBendingProcessNew"/>
    <dgm:cxn modelId="{853B291C-A8D3-42F5-B847-AA8C231C6F69}" type="presParOf" srcId="{11D95315-890B-4E14-8E47-A55CCCB753E9}" destId="{1B489877-0D3D-46A2-89D2-D88019F55A7B}" srcOrd="5" destOrd="0" presId="urn:microsoft.com/office/officeart/2016/7/layout/RepeatingBendingProcessNew"/>
    <dgm:cxn modelId="{14D0FAF5-2583-4AB2-9A03-51BDCCEE6FB2}" type="presParOf" srcId="{1B489877-0D3D-46A2-89D2-D88019F55A7B}" destId="{7BA9B82F-A676-4454-AFA7-BA1E2320F0D0}" srcOrd="0" destOrd="0" presId="urn:microsoft.com/office/officeart/2016/7/layout/RepeatingBendingProcessNew"/>
    <dgm:cxn modelId="{28625F1E-E70B-4176-93AF-24B79BEEEEA5}" type="presParOf" srcId="{11D95315-890B-4E14-8E47-A55CCCB753E9}" destId="{2781E01C-71F4-4EDF-A900-2FD4473EE5C6}" srcOrd="6" destOrd="0" presId="urn:microsoft.com/office/officeart/2016/7/layout/RepeatingBendingProcessNew"/>
    <dgm:cxn modelId="{F3AE1FB8-96EE-4206-89B4-B85243C8B179}" type="presParOf" srcId="{11D95315-890B-4E14-8E47-A55CCCB753E9}" destId="{4EBED78D-3FF4-492E-AC22-0C9923159891}" srcOrd="7" destOrd="0" presId="urn:microsoft.com/office/officeart/2016/7/layout/RepeatingBendingProcessNew"/>
    <dgm:cxn modelId="{521EE6B6-743D-4A18-B81E-B87647865E42}" type="presParOf" srcId="{4EBED78D-3FF4-492E-AC22-0C9923159891}" destId="{634985DC-38ED-4E0B-9810-A29C0D71A305}" srcOrd="0" destOrd="0" presId="urn:microsoft.com/office/officeart/2016/7/layout/RepeatingBendingProcessNew"/>
    <dgm:cxn modelId="{3BC83B77-75DA-49FA-B2A4-6D7C0A9B77CB}" type="presParOf" srcId="{11D95315-890B-4E14-8E47-A55CCCB753E9}" destId="{AD0051BF-7B7C-40FF-8E56-505E01B54B31}" srcOrd="8" destOrd="0" presId="urn:microsoft.com/office/officeart/2016/7/layout/RepeatingBendingProcessNew"/>
    <dgm:cxn modelId="{9CCA1584-02A5-4BB9-A13D-90859FCC18D3}" type="presParOf" srcId="{11D95315-890B-4E14-8E47-A55CCCB753E9}" destId="{7A0B8E48-9AC7-47ED-B504-F483E5B5D06F}" srcOrd="9" destOrd="0" presId="urn:microsoft.com/office/officeart/2016/7/layout/RepeatingBendingProcessNew"/>
    <dgm:cxn modelId="{A3132F0F-E00A-4B18-99A9-B3EC7A1EC12A}" type="presParOf" srcId="{7A0B8E48-9AC7-47ED-B504-F483E5B5D06F}" destId="{CA135450-774A-4B98-B038-80B306586D00}" srcOrd="0" destOrd="0" presId="urn:microsoft.com/office/officeart/2016/7/layout/RepeatingBendingProcessNew"/>
    <dgm:cxn modelId="{95042183-D4C2-44FD-BBFB-9A2E5E7E366F}" type="presParOf" srcId="{11D95315-890B-4E14-8E47-A55CCCB753E9}" destId="{183529AF-200A-4075-804F-C9152D085DCE}" srcOrd="10" destOrd="0" presId="urn:microsoft.com/office/officeart/2016/7/layout/RepeatingBendingProcessNew"/>
    <dgm:cxn modelId="{758D0751-D43C-41EE-BC66-C4C27EFB4CDE}" type="presParOf" srcId="{11D95315-890B-4E14-8E47-A55CCCB753E9}" destId="{96ACB2D7-322F-41F7-82FC-1139BD0B8C07}" srcOrd="11" destOrd="0" presId="urn:microsoft.com/office/officeart/2016/7/layout/RepeatingBendingProcessNew"/>
    <dgm:cxn modelId="{7BE2148C-5B28-47C8-AE90-941F1A06D901}" type="presParOf" srcId="{96ACB2D7-322F-41F7-82FC-1139BD0B8C07}" destId="{D4FC3E5E-9639-4C9C-8275-DCA5B97637F6}" srcOrd="0" destOrd="0" presId="urn:microsoft.com/office/officeart/2016/7/layout/RepeatingBendingProcessNew"/>
    <dgm:cxn modelId="{D5492BC5-9591-4E10-B5B6-F6180478F336}" type="presParOf" srcId="{11D95315-890B-4E14-8E47-A55CCCB753E9}" destId="{42403CC3-7159-4491-81A9-52090719FA55}" srcOrd="12" destOrd="0" presId="urn:microsoft.com/office/officeart/2016/7/layout/RepeatingBendingProcessNew"/>
    <dgm:cxn modelId="{D635C2A3-C621-487D-915E-02B6A414C138}" type="presParOf" srcId="{11D95315-890B-4E14-8E47-A55CCCB753E9}" destId="{04870D5E-01B2-4252-92F3-CF1C4BB3F060}" srcOrd="13" destOrd="0" presId="urn:microsoft.com/office/officeart/2016/7/layout/RepeatingBendingProcessNew"/>
    <dgm:cxn modelId="{5A616662-326A-4DAB-ACE2-C80728CD297E}" type="presParOf" srcId="{04870D5E-01B2-4252-92F3-CF1C4BB3F060}" destId="{8C879032-9F24-433B-92C3-BBA94CFBD8C2}" srcOrd="0" destOrd="0" presId="urn:microsoft.com/office/officeart/2016/7/layout/RepeatingBendingProcessNew"/>
    <dgm:cxn modelId="{C63BF697-C357-456C-91F6-71CA71F43CC8}" type="presParOf" srcId="{11D95315-890B-4E14-8E47-A55CCCB753E9}" destId="{944114E9-D8E7-4C84-9182-54BA46EEA630}" srcOrd="14" destOrd="0" presId="urn:microsoft.com/office/officeart/2016/7/layout/RepeatingBendingProcessNew"/>
    <dgm:cxn modelId="{25EE7363-FD47-4C27-801A-F8763D523291}" type="presParOf" srcId="{11D95315-890B-4E14-8E47-A55CCCB753E9}" destId="{BA86AAFF-8D4E-407B-9B0F-2A56E51CA437}" srcOrd="15" destOrd="0" presId="urn:microsoft.com/office/officeart/2016/7/layout/RepeatingBendingProcessNew"/>
    <dgm:cxn modelId="{8DF5E7E1-71FE-4A91-84F1-C1B1505168E3}" type="presParOf" srcId="{BA86AAFF-8D4E-407B-9B0F-2A56E51CA437}" destId="{9AB71AFC-F2A1-48F3-AA5C-489C6B888630}" srcOrd="0" destOrd="0" presId="urn:microsoft.com/office/officeart/2016/7/layout/RepeatingBendingProcessNew"/>
    <dgm:cxn modelId="{7BFD0F5E-B72E-4304-913E-955894FAFD81}" type="presParOf" srcId="{11D95315-890B-4E14-8E47-A55CCCB753E9}" destId="{6D301115-3385-4BE8-9528-255ECCF8B68E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0E063E-4E52-46A2-981E-24422DE0991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F8A7E4-BDC8-4FD2-A994-9101FCBED0A9}">
      <dgm:prSet/>
      <dgm:spPr/>
      <dgm:t>
        <a:bodyPr/>
        <a:lstStyle/>
        <a:p>
          <a:r>
            <a:rPr lang="en-US" b="1"/>
            <a:t>Approach:</a:t>
          </a:r>
          <a:endParaRPr lang="en-US"/>
        </a:p>
      </dgm:t>
    </dgm:pt>
    <dgm:pt modelId="{9EE17EEA-FD0E-477D-B3EF-90800BDC4954}" type="parTrans" cxnId="{0231BA65-FDC1-47DE-A780-A7E61642D527}">
      <dgm:prSet/>
      <dgm:spPr/>
      <dgm:t>
        <a:bodyPr/>
        <a:lstStyle/>
        <a:p>
          <a:endParaRPr lang="en-US"/>
        </a:p>
      </dgm:t>
    </dgm:pt>
    <dgm:pt modelId="{1692D2F6-C721-4F7F-89A4-6D8E90E745B8}" type="sibTrans" cxnId="{0231BA65-FDC1-47DE-A780-A7E61642D527}">
      <dgm:prSet/>
      <dgm:spPr/>
      <dgm:t>
        <a:bodyPr/>
        <a:lstStyle/>
        <a:p>
          <a:endParaRPr lang="en-US"/>
        </a:p>
      </dgm:t>
    </dgm:pt>
    <dgm:pt modelId="{A3245C21-C486-455E-849C-1332FFEBEFF0}">
      <dgm:prSet/>
      <dgm:spPr/>
      <dgm:t>
        <a:bodyPr/>
        <a:lstStyle/>
        <a:p>
          <a:r>
            <a:rPr lang="en-US"/>
            <a:t>Multi-output regression </a:t>
          </a:r>
        </a:p>
      </dgm:t>
    </dgm:pt>
    <dgm:pt modelId="{5EB21051-7470-4803-9242-FA48184716F1}" type="parTrans" cxnId="{F54E88EA-1BF2-4E3E-A019-9C830EAAA1D0}">
      <dgm:prSet/>
      <dgm:spPr/>
      <dgm:t>
        <a:bodyPr/>
        <a:lstStyle/>
        <a:p>
          <a:endParaRPr lang="en-US"/>
        </a:p>
      </dgm:t>
    </dgm:pt>
    <dgm:pt modelId="{1D2BC5B9-55FC-4595-AEA1-1FC7489399DF}" type="sibTrans" cxnId="{F54E88EA-1BF2-4E3E-A019-9C830EAAA1D0}">
      <dgm:prSet/>
      <dgm:spPr/>
      <dgm:t>
        <a:bodyPr/>
        <a:lstStyle/>
        <a:p>
          <a:endParaRPr lang="en-US"/>
        </a:p>
      </dgm:t>
    </dgm:pt>
    <dgm:pt modelId="{18C40B23-925E-4EFF-9754-C00A63BA6352}">
      <dgm:prSet/>
      <dgm:spPr/>
      <dgm:t>
        <a:bodyPr/>
        <a:lstStyle/>
        <a:p>
          <a:r>
            <a:rPr lang="en-US"/>
            <a:t>Predict multiple pollutants simultaneously </a:t>
          </a:r>
        </a:p>
      </dgm:t>
    </dgm:pt>
    <dgm:pt modelId="{D66C22AD-97B8-4E01-9323-6AD65192A98E}" type="parTrans" cxnId="{65305E82-6EE2-4252-B556-6E3C3D624114}">
      <dgm:prSet/>
      <dgm:spPr/>
      <dgm:t>
        <a:bodyPr/>
        <a:lstStyle/>
        <a:p>
          <a:endParaRPr lang="en-US"/>
        </a:p>
      </dgm:t>
    </dgm:pt>
    <dgm:pt modelId="{7BF5B609-3025-40FC-9128-F232AC232FDC}" type="sibTrans" cxnId="{65305E82-6EE2-4252-B556-6E3C3D624114}">
      <dgm:prSet/>
      <dgm:spPr/>
      <dgm:t>
        <a:bodyPr/>
        <a:lstStyle/>
        <a:p>
          <a:endParaRPr lang="en-US"/>
        </a:p>
      </dgm:t>
    </dgm:pt>
    <dgm:pt modelId="{403E6D17-CD22-426D-B39B-8C2D3B9C76F4}">
      <dgm:prSet/>
      <dgm:spPr/>
      <dgm:t>
        <a:bodyPr/>
        <a:lstStyle/>
        <a:p>
          <a:r>
            <a:rPr lang="en-US" b="1"/>
            <a:t>Models Used:</a:t>
          </a:r>
          <a:endParaRPr lang="en-US"/>
        </a:p>
      </dgm:t>
    </dgm:pt>
    <dgm:pt modelId="{607EF3BF-1853-4683-B98D-090720AF55D7}" type="parTrans" cxnId="{03F533BF-5A33-4ED0-8FC7-D6977F386039}">
      <dgm:prSet/>
      <dgm:spPr/>
      <dgm:t>
        <a:bodyPr/>
        <a:lstStyle/>
        <a:p>
          <a:endParaRPr lang="en-US"/>
        </a:p>
      </dgm:t>
    </dgm:pt>
    <dgm:pt modelId="{A6F949A2-2EAC-49EA-8C09-9973FF8FB8C6}" type="sibTrans" cxnId="{03F533BF-5A33-4ED0-8FC7-D6977F386039}">
      <dgm:prSet/>
      <dgm:spPr/>
      <dgm:t>
        <a:bodyPr/>
        <a:lstStyle/>
        <a:p>
          <a:endParaRPr lang="en-US"/>
        </a:p>
      </dgm:t>
    </dgm:pt>
    <dgm:pt modelId="{8C69DF77-59BF-439B-9C34-78B4667A69B6}">
      <dgm:prSet/>
      <dgm:spPr/>
      <dgm:t>
        <a:bodyPr/>
        <a:lstStyle/>
        <a:p>
          <a:r>
            <a:rPr lang="en-US"/>
            <a:t>Linear Regression (baseline) </a:t>
          </a:r>
        </a:p>
      </dgm:t>
    </dgm:pt>
    <dgm:pt modelId="{36E3DBE6-2BBA-474F-B1CB-21F173336A48}" type="parTrans" cxnId="{3CE4DE53-9DD6-48F1-B8DA-ADF6B91855AD}">
      <dgm:prSet/>
      <dgm:spPr/>
      <dgm:t>
        <a:bodyPr/>
        <a:lstStyle/>
        <a:p>
          <a:endParaRPr lang="en-US"/>
        </a:p>
      </dgm:t>
    </dgm:pt>
    <dgm:pt modelId="{0F57BB07-35A1-443E-B4C7-D8B6DAAE3915}" type="sibTrans" cxnId="{3CE4DE53-9DD6-48F1-B8DA-ADF6B91855AD}">
      <dgm:prSet/>
      <dgm:spPr/>
      <dgm:t>
        <a:bodyPr/>
        <a:lstStyle/>
        <a:p>
          <a:endParaRPr lang="en-US"/>
        </a:p>
      </dgm:t>
    </dgm:pt>
    <dgm:pt modelId="{365ECE84-21FB-4955-A0C8-C8CE10E9CBFE}">
      <dgm:prSet/>
      <dgm:spPr/>
      <dgm:t>
        <a:bodyPr/>
        <a:lstStyle/>
        <a:p>
          <a:r>
            <a:rPr lang="en-US"/>
            <a:t>Random Forest (final model) </a:t>
          </a:r>
        </a:p>
      </dgm:t>
    </dgm:pt>
    <dgm:pt modelId="{B6512343-5C46-458C-8379-CFDBC62BFE60}" type="parTrans" cxnId="{F0C6ED8E-6D1D-4144-A3C5-F6E6B02F2FB6}">
      <dgm:prSet/>
      <dgm:spPr/>
      <dgm:t>
        <a:bodyPr/>
        <a:lstStyle/>
        <a:p>
          <a:endParaRPr lang="en-US"/>
        </a:p>
      </dgm:t>
    </dgm:pt>
    <dgm:pt modelId="{3ACDB4B8-8D4A-438F-9B80-42C5CE0256A1}" type="sibTrans" cxnId="{F0C6ED8E-6D1D-4144-A3C5-F6E6B02F2FB6}">
      <dgm:prSet/>
      <dgm:spPr/>
      <dgm:t>
        <a:bodyPr/>
        <a:lstStyle/>
        <a:p>
          <a:endParaRPr lang="en-US"/>
        </a:p>
      </dgm:t>
    </dgm:pt>
    <dgm:pt modelId="{60A265ED-C71E-4319-BC84-2746E25D1F04}">
      <dgm:prSet/>
      <dgm:spPr/>
      <dgm:t>
        <a:bodyPr/>
        <a:lstStyle/>
        <a:p>
          <a:r>
            <a:rPr lang="en-US" b="1"/>
            <a:t>Evaluation Metrics:</a:t>
          </a:r>
          <a:endParaRPr lang="en-US"/>
        </a:p>
      </dgm:t>
    </dgm:pt>
    <dgm:pt modelId="{649FC59F-101B-49F5-97F9-0C79D38C4DC1}" type="parTrans" cxnId="{34249D43-16E9-4D1B-A08F-88811968338C}">
      <dgm:prSet/>
      <dgm:spPr/>
      <dgm:t>
        <a:bodyPr/>
        <a:lstStyle/>
        <a:p>
          <a:endParaRPr lang="en-US"/>
        </a:p>
      </dgm:t>
    </dgm:pt>
    <dgm:pt modelId="{465193B5-C5D8-4FF8-8FE7-2F42A750E65E}" type="sibTrans" cxnId="{34249D43-16E9-4D1B-A08F-88811968338C}">
      <dgm:prSet/>
      <dgm:spPr/>
      <dgm:t>
        <a:bodyPr/>
        <a:lstStyle/>
        <a:p>
          <a:endParaRPr lang="en-US"/>
        </a:p>
      </dgm:t>
    </dgm:pt>
    <dgm:pt modelId="{B9B676C1-D8E4-4826-A2F4-EE705D4CA2DC}">
      <dgm:prSet/>
      <dgm:spPr/>
      <dgm:t>
        <a:bodyPr/>
        <a:lstStyle/>
        <a:p>
          <a:r>
            <a:rPr lang="en-US"/>
            <a:t>MAE (Mean Absolute Error) </a:t>
          </a:r>
        </a:p>
      </dgm:t>
    </dgm:pt>
    <dgm:pt modelId="{2A2AF8D1-C88D-4EA7-B6FE-216E38A3C3C4}" type="parTrans" cxnId="{7B208F51-2E10-42FC-A930-3B8A4EE8727D}">
      <dgm:prSet/>
      <dgm:spPr/>
      <dgm:t>
        <a:bodyPr/>
        <a:lstStyle/>
        <a:p>
          <a:endParaRPr lang="en-US"/>
        </a:p>
      </dgm:t>
    </dgm:pt>
    <dgm:pt modelId="{B8639398-9978-45D2-94FF-B34A6AD68885}" type="sibTrans" cxnId="{7B208F51-2E10-42FC-A930-3B8A4EE8727D}">
      <dgm:prSet/>
      <dgm:spPr/>
      <dgm:t>
        <a:bodyPr/>
        <a:lstStyle/>
        <a:p>
          <a:endParaRPr lang="en-US"/>
        </a:p>
      </dgm:t>
    </dgm:pt>
    <dgm:pt modelId="{11B1FD33-FDE3-4D0E-9312-1E713D063A9C}">
      <dgm:prSet/>
      <dgm:spPr/>
      <dgm:t>
        <a:bodyPr/>
        <a:lstStyle/>
        <a:p>
          <a:r>
            <a:rPr lang="en-US"/>
            <a:t>RMSE </a:t>
          </a:r>
        </a:p>
      </dgm:t>
    </dgm:pt>
    <dgm:pt modelId="{AA6A2572-25EA-4BBE-9018-5381CE7717FB}" type="parTrans" cxnId="{7E0BFE16-7F30-489E-948F-BCE4BBA32FAC}">
      <dgm:prSet/>
      <dgm:spPr/>
      <dgm:t>
        <a:bodyPr/>
        <a:lstStyle/>
        <a:p>
          <a:endParaRPr lang="en-US"/>
        </a:p>
      </dgm:t>
    </dgm:pt>
    <dgm:pt modelId="{6672B35F-F9E3-4C60-B802-3C8F0B59A4D1}" type="sibTrans" cxnId="{7E0BFE16-7F30-489E-948F-BCE4BBA32FAC}">
      <dgm:prSet/>
      <dgm:spPr/>
      <dgm:t>
        <a:bodyPr/>
        <a:lstStyle/>
        <a:p>
          <a:endParaRPr lang="en-US"/>
        </a:p>
      </dgm:t>
    </dgm:pt>
    <dgm:pt modelId="{17FB0F37-5E18-4609-9DEC-2EA980A6754B}">
      <dgm:prSet/>
      <dgm:spPr/>
      <dgm:t>
        <a:bodyPr/>
        <a:lstStyle/>
        <a:p>
          <a:r>
            <a:rPr lang="en-US"/>
            <a:t>R² Score </a:t>
          </a:r>
        </a:p>
      </dgm:t>
    </dgm:pt>
    <dgm:pt modelId="{A79A1AAC-E843-4703-9AD7-2721DB9B4677}" type="parTrans" cxnId="{EFE88EDD-D97A-45E8-81BE-83149060FABC}">
      <dgm:prSet/>
      <dgm:spPr/>
      <dgm:t>
        <a:bodyPr/>
        <a:lstStyle/>
        <a:p>
          <a:endParaRPr lang="en-US"/>
        </a:p>
      </dgm:t>
    </dgm:pt>
    <dgm:pt modelId="{33A0EC69-AE75-4135-95CC-86CEAC8503B1}" type="sibTrans" cxnId="{EFE88EDD-D97A-45E8-81BE-83149060FABC}">
      <dgm:prSet/>
      <dgm:spPr/>
      <dgm:t>
        <a:bodyPr/>
        <a:lstStyle/>
        <a:p>
          <a:endParaRPr lang="en-US"/>
        </a:p>
      </dgm:t>
    </dgm:pt>
    <dgm:pt modelId="{F2590308-6821-4389-9CC1-1801585E859C}">
      <dgm:prSet/>
      <dgm:spPr/>
      <dgm:t>
        <a:bodyPr/>
        <a:lstStyle/>
        <a:p>
          <a:r>
            <a:rPr lang="en-US" b="1"/>
            <a:t>Result:</a:t>
          </a:r>
          <a:br>
            <a:rPr lang="en-US"/>
          </a:br>
          <a:r>
            <a:rPr lang="en-US"/>
            <a:t>👉 Random Forest performed better for nonlinear environmental data</a:t>
          </a:r>
        </a:p>
      </dgm:t>
    </dgm:pt>
    <dgm:pt modelId="{FBA5085D-CDB7-4C19-A42F-AF89DECC9C58}" type="parTrans" cxnId="{6020F6E9-DC49-4DF9-820A-CA6C80BF7233}">
      <dgm:prSet/>
      <dgm:spPr/>
      <dgm:t>
        <a:bodyPr/>
        <a:lstStyle/>
        <a:p>
          <a:endParaRPr lang="en-US"/>
        </a:p>
      </dgm:t>
    </dgm:pt>
    <dgm:pt modelId="{64455AC8-D2D4-4F74-BAB9-D4E716F753CD}" type="sibTrans" cxnId="{6020F6E9-DC49-4DF9-820A-CA6C80BF7233}">
      <dgm:prSet/>
      <dgm:spPr/>
      <dgm:t>
        <a:bodyPr/>
        <a:lstStyle/>
        <a:p>
          <a:endParaRPr lang="en-US"/>
        </a:p>
      </dgm:t>
    </dgm:pt>
    <dgm:pt modelId="{965EA25D-441C-4788-9A6F-16EE474FAD08}" type="pres">
      <dgm:prSet presAssocID="{450E063E-4E52-46A2-981E-24422DE09911}" presName="diagram" presStyleCnt="0">
        <dgm:presLayoutVars>
          <dgm:dir/>
          <dgm:resizeHandles val="exact"/>
        </dgm:presLayoutVars>
      </dgm:prSet>
      <dgm:spPr/>
    </dgm:pt>
    <dgm:pt modelId="{06F59788-A470-4E04-9CB9-6542858EE013}" type="pres">
      <dgm:prSet presAssocID="{F7F8A7E4-BDC8-4FD2-A994-9101FCBED0A9}" presName="node" presStyleLbl="node1" presStyleIdx="0" presStyleCnt="11">
        <dgm:presLayoutVars>
          <dgm:bulletEnabled val="1"/>
        </dgm:presLayoutVars>
      </dgm:prSet>
      <dgm:spPr/>
    </dgm:pt>
    <dgm:pt modelId="{4D67E8DC-C9E2-4C5B-B08A-98AE41F94261}" type="pres">
      <dgm:prSet presAssocID="{1692D2F6-C721-4F7F-89A4-6D8E90E745B8}" presName="sibTrans" presStyleCnt="0"/>
      <dgm:spPr/>
    </dgm:pt>
    <dgm:pt modelId="{ADEDCCBD-9034-4C98-9D3F-8DFC24405DE6}" type="pres">
      <dgm:prSet presAssocID="{A3245C21-C486-455E-849C-1332FFEBEFF0}" presName="node" presStyleLbl="node1" presStyleIdx="1" presStyleCnt="11">
        <dgm:presLayoutVars>
          <dgm:bulletEnabled val="1"/>
        </dgm:presLayoutVars>
      </dgm:prSet>
      <dgm:spPr/>
    </dgm:pt>
    <dgm:pt modelId="{51670CEE-A964-4FF5-B754-CF48B33B8F26}" type="pres">
      <dgm:prSet presAssocID="{1D2BC5B9-55FC-4595-AEA1-1FC7489399DF}" presName="sibTrans" presStyleCnt="0"/>
      <dgm:spPr/>
    </dgm:pt>
    <dgm:pt modelId="{43BCDE37-042E-403A-B927-DE24AA561B1B}" type="pres">
      <dgm:prSet presAssocID="{18C40B23-925E-4EFF-9754-C00A63BA6352}" presName="node" presStyleLbl="node1" presStyleIdx="2" presStyleCnt="11">
        <dgm:presLayoutVars>
          <dgm:bulletEnabled val="1"/>
        </dgm:presLayoutVars>
      </dgm:prSet>
      <dgm:spPr/>
    </dgm:pt>
    <dgm:pt modelId="{6788E733-20FF-4D53-A454-E07713F96AB6}" type="pres">
      <dgm:prSet presAssocID="{7BF5B609-3025-40FC-9128-F232AC232FDC}" presName="sibTrans" presStyleCnt="0"/>
      <dgm:spPr/>
    </dgm:pt>
    <dgm:pt modelId="{AB8649A4-AA3B-42BD-B84B-C7E1CB307418}" type="pres">
      <dgm:prSet presAssocID="{403E6D17-CD22-426D-B39B-8C2D3B9C76F4}" presName="node" presStyleLbl="node1" presStyleIdx="3" presStyleCnt="11">
        <dgm:presLayoutVars>
          <dgm:bulletEnabled val="1"/>
        </dgm:presLayoutVars>
      </dgm:prSet>
      <dgm:spPr/>
    </dgm:pt>
    <dgm:pt modelId="{ECDDD6F3-C86E-41DA-AD99-7E4178DDDB24}" type="pres">
      <dgm:prSet presAssocID="{A6F949A2-2EAC-49EA-8C09-9973FF8FB8C6}" presName="sibTrans" presStyleCnt="0"/>
      <dgm:spPr/>
    </dgm:pt>
    <dgm:pt modelId="{E977A189-9BFD-4697-93DD-15F93C2A368C}" type="pres">
      <dgm:prSet presAssocID="{8C69DF77-59BF-439B-9C34-78B4667A69B6}" presName="node" presStyleLbl="node1" presStyleIdx="4" presStyleCnt="11">
        <dgm:presLayoutVars>
          <dgm:bulletEnabled val="1"/>
        </dgm:presLayoutVars>
      </dgm:prSet>
      <dgm:spPr/>
    </dgm:pt>
    <dgm:pt modelId="{EF93BBF3-95E6-46BF-A5C6-343F6E934253}" type="pres">
      <dgm:prSet presAssocID="{0F57BB07-35A1-443E-B4C7-D8B6DAAE3915}" presName="sibTrans" presStyleCnt="0"/>
      <dgm:spPr/>
    </dgm:pt>
    <dgm:pt modelId="{41D0594B-CFAC-4FFF-B0DB-A7FB694E146F}" type="pres">
      <dgm:prSet presAssocID="{365ECE84-21FB-4955-A0C8-C8CE10E9CBFE}" presName="node" presStyleLbl="node1" presStyleIdx="5" presStyleCnt="11">
        <dgm:presLayoutVars>
          <dgm:bulletEnabled val="1"/>
        </dgm:presLayoutVars>
      </dgm:prSet>
      <dgm:spPr/>
    </dgm:pt>
    <dgm:pt modelId="{8FD371EB-65DD-42F6-B31C-D99CEE5CDA61}" type="pres">
      <dgm:prSet presAssocID="{3ACDB4B8-8D4A-438F-9B80-42C5CE0256A1}" presName="sibTrans" presStyleCnt="0"/>
      <dgm:spPr/>
    </dgm:pt>
    <dgm:pt modelId="{FE81F28D-54F3-4763-91EC-1169011BB0AD}" type="pres">
      <dgm:prSet presAssocID="{60A265ED-C71E-4319-BC84-2746E25D1F04}" presName="node" presStyleLbl="node1" presStyleIdx="6" presStyleCnt="11">
        <dgm:presLayoutVars>
          <dgm:bulletEnabled val="1"/>
        </dgm:presLayoutVars>
      </dgm:prSet>
      <dgm:spPr/>
    </dgm:pt>
    <dgm:pt modelId="{67A00388-58DB-44BA-8FFD-3A1CC8DEB975}" type="pres">
      <dgm:prSet presAssocID="{465193B5-C5D8-4FF8-8FE7-2F42A750E65E}" presName="sibTrans" presStyleCnt="0"/>
      <dgm:spPr/>
    </dgm:pt>
    <dgm:pt modelId="{F0EB2B8C-1B79-4170-88E4-38417C9F19EF}" type="pres">
      <dgm:prSet presAssocID="{B9B676C1-D8E4-4826-A2F4-EE705D4CA2DC}" presName="node" presStyleLbl="node1" presStyleIdx="7" presStyleCnt="11">
        <dgm:presLayoutVars>
          <dgm:bulletEnabled val="1"/>
        </dgm:presLayoutVars>
      </dgm:prSet>
      <dgm:spPr/>
    </dgm:pt>
    <dgm:pt modelId="{6C065187-ABBF-4DD0-8570-D469604D11CE}" type="pres">
      <dgm:prSet presAssocID="{B8639398-9978-45D2-94FF-B34A6AD68885}" presName="sibTrans" presStyleCnt="0"/>
      <dgm:spPr/>
    </dgm:pt>
    <dgm:pt modelId="{CB542CD4-CD94-4599-BEC6-19DECFC97CDC}" type="pres">
      <dgm:prSet presAssocID="{11B1FD33-FDE3-4D0E-9312-1E713D063A9C}" presName="node" presStyleLbl="node1" presStyleIdx="8" presStyleCnt="11">
        <dgm:presLayoutVars>
          <dgm:bulletEnabled val="1"/>
        </dgm:presLayoutVars>
      </dgm:prSet>
      <dgm:spPr/>
    </dgm:pt>
    <dgm:pt modelId="{1E4BF269-0B26-438E-B589-57CC33A3F5B2}" type="pres">
      <dgm:prSet presAssocID="{6672B35F-F9E3-4C60-B802-3C8F0B59A4D1}" presName="sibTrans" presStyleCnt="0"/>
      <dgm:spPr/>
    </dgm:pt>
    <dgm:pt modelId="{0EF5D91C-4D39-40AE-A9BE-1493585270ED}" type="pres">
      <dgm:prSet presAssocID="{17FB0F37-5E18-4609-9DEC-2EA980A6754B}" presName="node" presStyleLbl="node1" presStyleIdx="9" presStyleCnt="11">
        <dgm:presLayoutVars>
          <dgm:bulletEnabled val="1"/>
        </dgm:presLayoutVars>
      </dgm:prSet>
      <dgm:spPr/>
    </dgm:pt>
    <dgm:pt modelId="{6D861560-04EE-4AF3-8A1F-08345B39A5B4}" type="pres">
      <dgm:prSet presAssocID="{33A0EC69-AE75-4135-95CC-86CEAC8503B1}" presName="sibTrans" presStyleCnt="0"/>
      <dgm:spPr/>
    </dgm:pt>
    <dgm:pt modelId="{BC9ACA41-8BD6-46C0-A30B-8A888B4AD51F}" type="pres">
      <dgm:prSet presAssocID="{F2590308-6821-4389-9CC1-1801585E859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30E71E07-E5E6-4B84-AFAD-33314F46B1AF}" type="presOf" srcId="{F2590308-6821-4389-9CC1-1801585E859C}" destId="{BC9ACA41-8BD6-46C0-A30B-8A888B4AD51F}" srcOrd="0" destOrd="0" presId="urn:microsoft.com/office/officeart/2005/8/layout/default"/>
    <dgm:cxn modelId="{7E0BFE16-7F30-489E-948F-BCE4BBA32FAC}" srcId="{450E063E-4E52-46A2-981E-24422DE09911}" destId="{11B1FD33-FDE3-4D0E-9312-1E713D063A9C}" srcOrd="8" destOrd="0" parTransId="{AA6A2572-25EA-4BBE-9018-5381CE7717FB}" sibTransId="{6672B35F-F9E3-4C60-B802-3C8F0B59A4D1}"/>
    <dgm:cxn modelId="{B6C13821-FD72-44F3-87B7-D3C47F3E2670}" type="presOf" srcId="{403E6D17-CD22-426D-B39B-8C2D3B9C76F4}" destId="{AB8649A4-AA3B-42BD-B84B-C7E1CB307418}" srcOrd="0" destOrd="0" presId="urn:microsoft.com/office/officeart/2005/8/layout/default"/>
    <dgm:cxn modelId="{FB11F033-796F-447B-BB5E-6D5D19E9A654}" type="presOf" srcId="{450E063E-4E52-46A2-981E-24422DE09911}" destId="{965EA25D-441C-4788-9A6F-16EE474FAD08}" srcOrd="0" destOrd="0" presId="urn:microsoft.com/office/officeart/2005/8/layout/default"/>
    <dgm:cxn modelId="{39F8EE3E-6EA5-4068-88D9-222AB6610D7A}" type="presOf" srcId="{B9B676C1-D8E4-4826-A2F4-EE705D4CA2DC}" destId="{F0EB2B8C-1B79-4170-88E4-38417C9F19EF}" srcOrd="0" destOrd="0" presId="urn:microsoft.com/office/officeart/2005/8/layout/default"/>
    <dgm:cxn modelId="{34249D43-16E9-4D1B-A08F-88811968338C}" srcId="{450E063E-4E52-46A2-981E-24422DE09911}" destId="{60A265ED-C71E-4319-BC84-2746E25D1F04}" srcOrd="6" destOrd="0" parTransId="{649FC59F-101B-49F5-97F9-0C79D38C4DC1}" sibTransId="{465193B5-C5D8-4FF8-8FE7-2F42A750E65E}"/>
    <dgm:cxn modelId="{0231BA65-FDC1-47DE-A780-A7E61642D527}" srcId="{450E063E-4E52-46A2-981E-24422DE09911}" destId="{F7F8A7E4-BDC8-4FD2-A994-9101FCBED0A9}" srcOrd="0" destOrd="0" parTransId="{9EE17EEA-FD0E-477D-B3EF-90800BDC4954}" sibTransId="{1692D2F6-C721-4F7F-89A4-6D8E90E745B8}"/>
    <dgm:cxn modelId="{AE58E650-E6A4-493E-BB48-847938A4D28F}" type="presOf" srcId="{F7F8A7E4-BDC8-4FD2-A994-9101FCBED0A9}" destId="{06F59788-A470-4E04-9CB9-6542858EE013}" srcOrd="0" destOrd="0" presId="urn:microsoft.com/office/officeart/2005/8/layout/default"/>
    <dgm:cxn modelId="{7B208F51-2E10-42FC-A930-3B8A4EE8727D}" srcId="{450E063E-4E52-46A2-981E-24422DE09911}" destId="{B9B676C1-D8E4-4826-A2F4-EE705D4CA2DC}" srcOrd="7" destOrd="0" parTransId="{2A2AF8D1-C88D-4EA7-B6FE-216E38A3C3C4}" sibTransId="{B8639398-9978-45D2-94FF-B34A6AD68885}"/>
    <dgm:cxn modelId="{23DAD971-D6E4-45FA-9357-0B96530FA3B4}" type="presOf" srcId="{18C40B23-925E-4EFF-9754-C00A63BA6352}" destId="{43BCDE37-042E-403A-B927-DE24AA561B1B}" srcOrd="0" destOrd="0" presId="urn:microsoft.com/office/officeart/2005/8/layout/default"/>
    <dgm:cxn modelId="{3CE4DE53-9DD6-48F1-B8DA-ADF6B91855AD}" srcId="{450E063E-4E52-46A2-981E-24422DE09911}" destId="{8C69DF77-59BF-439B-9C34-78B4667A69B6}" srcOrd="4" destOrd="0" parTransId="{36E3DBE6-2BBA-474F-B1CB-21F173336A48}" sibTransId="{0F57BB07-35A1-443E-B4C7-D8B6DAAE3915}"/>
    <dgm:cxn modelId="{82178554-9B54-4F38-8D32-11709F20A069}" type="presOf" srcId="{17FB0F37-5E18-4609-9DEC-2EA980A6754B}" destId="{0EF5D91C-4D39-40AE-A9BE-1493585270ED}" srcOrd="0" destOrd="0" presId="urn:microsoft.com/office/officeart/2005/8/layout/default"/>
    <dgm:cxn modelId="{9C339259-9DB6-4699-8A73-C2924D1E3A32}" type="presOf" srcId="{60A265ED-C71E-4319-BC84-2746E25D1F04}" destId="{FE81F28D-54F3-4763-91EC-1169011BB0AD}" srcOrd="0" destOrd="0" presId="urn:microsoft.com/office/officeart/2005/8/layout/default"/>
    <dgm:cxn modelId="{65305E82-6EE2-4252-B556-6E3C3D624114}" srcId="{450E063E-4E52-46A2-981E-24422DE09911}" destId="{18C40B23-925E-4EFF-9754-C00A63BA6352}" srcOrd="2" destOrd="0" parTransId="{D66C22AD-97B8-4E01-9323-6AD65192A98E}" sibTransId="{7BF5B609-3025-40FC-9128-F232AC232FDC}"/>
    <dgm:cxn modelId="{6778A28D-6D18-4A55-90BC-3451D079916D}" type="presOf" srcId="{8C69DF77-59BF-439B-9C34-78B4667A69B6}" destId="{E977A189-9BFD-4697-93DD-15F93C2A368C}" srcOrd="0" destOrd="0" presId="urn:microsoft.com/office/officeart/2005/8/layout/default"/>
    <dgm:cxn modelId="{F0C6ED8E-6D1D-4144-A3C5-F6E6B02F2FB6}" srcId="{450E063E-4E52-46A2-981E-24422DE09911}" destId="{365ECE84-21FB-4955-A0C8-C8CE10E9CBFE}" srcOrd="5" destOrd="0" parTransId="{B6512343-5C46-458C-8379-CFDBC62BFE60}" sibTransId="{3ACDB4B8-8D4A-438F-9B80-42C5CE0256A1}"/>
    <dgm:cxn modelId="{CAD6AAA5-74D4-407F-A79D-ECB58BE0625C}" type="presOf" srcId="{11B1FD33-FDE3-4D0E-9312-1E713D063A9C}" destId="{CB542CD4-CD94-4599-BEC6-19DECFC97CDC}" srcOrd="0" destOrd="0" presId="urn:microsoft.com/office/officeart/2005/8/layout/default"/>
    <dgm:cxn modelId="{03F533BF-5A33-4ED0-8FC7-D6977F386039}" srcId="{450E063E-4E52-46A2-981E-24422DE09911}" destId="{403E6D17-CD22-426D-B39B-8C2D3B9C76F4}" srcOrd="3" destOrd="0" parTransId="{607EF3BF-1853-4683-B98D-090720AF55D7}" sibTransId="{A6F949A2-2EAC-49EA-8C09-9973FF8FB8C6}"/>
    <dgm:cxn modelId="{56CD4EC9-E5D6-4446-94B3-1EF07D36D26B}" type="presOf" srcId="{A3245C21-C486-455E-849C-1332FFEBEFF0}" destId="{ADEDCCBD-9034-4C98-9D3F-8DFC24405DE6}" srcOrd="0" destOrd="0" presId="urn:microsoft.com/office/officeart/2005/8/layout/default"/>
    <dgm:cxn modelId="{EFE88EDD-D97A-45E8-81BE-83149060FABC}" srcId="{450E063E-4E52-46A2-981E-24422DE09911}" destId="{17FB0F37-5E18-4609-9DEC-2EA980A6754B}" srcOrd="9" destOrd="0" parTransId="{A79A1AAC-E843-4703-9AD7-2721DB9B4677}" sibTransId="{33A0EC69-AE75-4135-95CC-86CEAC8503B1}"/>
    <dgm:cxn modelId="{6020F6E9-DC49-4DF9-820A-CA6C80BF7233}" srcId="{450E063E-4E52-46A2-981E-24422DE09911}" destId="{F2590308-6821-4389-9CC1-1801585E859C}" srcOrd="10" destOrd="0" parTransId="{FBA5085D-CDB7-4C19-A42F-AF89DECC9C58}" sibTransId="{64455AC8-D2D4-4F74-BAB9-D4E716F753CD}"/>
    <dgm:cxn modelId="{F54E88EA-1BF2-4E3E-A019-9C830EAAA1D0}" srcId="{450E063E-4E52-46A2-981E-24422DE09911}" destId="{A3245C21-C486-455E-849C-1332FFEBEFF0}" srcOrd="1" destOrd="0" parTransId="{5EB21051-7470-4803-9242-FA48184716F1}" sibTransId="{1D2BC5B9-55FC-4595-AEA1-1FC7489399DF}"/>
    <dgm:cxn modelId="{5D6FD1FF-3954-4A1C-8E21-16054B043834}" type="presOf" srcId="{365ECE84-21FB-4955-A0C8-C8CE10E9CBFE}" destId="{41D0594B-CFAC-4FFF-B0DB-A7FB694E146F}" srcOrd="0" destOrd="0" presId="urn:microsoft.com/office/officeart/2005/8/layout/default"/>
    <dgm:cxn modelId="{BE90CC4F-2ED2-47D3-9AB3-1A2B9EAB0360}" type="presParOf" srcId="{965EA25D-441C-4788-9A6F-16EE474FAD08}" destId="{06F59788-A470-4E04-9CB9-6542858EE013}" srcOrd="0" destOrd="0" presId="urn:microsoft.com/office/officeart/2005/8/layout/default"/>
    <dgm:cxn modelId="{1E939EF5-9FC4-42E9-8F83-DF5D3B5E0AF3}" type="presParOf" srcId="{965EA25D-441C-4788-9A6F-16EE474FAD08}" destId="{4D67E8DC-C9E2-4C5B-B08A-98AE41F94261}" srcOrd="1" destOrd="0" presId="urn:microsoft.com/office/officeart/2005/8/layout/default"/>
    <dgm:cxn modelId="{5DBD64B5-69A6-4BE4-98D8-6A0AC8B917AF}" type="presParOf" srcId="{965EA25D-441C-4788-9A6F-16EE474FAD08}" destId="{ADEDCCBD-9034-4C98-9D3F-8DFC24405DE6}" srcOrd="2" destOrd="0" presId="urn:microsoft.com/office/officeart/2005/8/layout/default"/>
    <dgm:cxn modelId="{6792BEF5-F81B-4BAE-8BC8-CFDA8FB4A2CB}" type="presParOf" srcId="{965EA25D-441C-4788-9A6F-16EE474FAD08}" destId="{51670CEE-A964-4FF5-B754-CF48B33B8F26}" srcOrd="3" destOrd="0" presId="urn:microsoft.com/office/officeart/2005/8/layout/default"/>
    <dgm:cxn modelId="{6ACA7C70-1626-4EDF-B3F4-97B8F3CEAF08}" type="presParOf" srcId="{965EA25D-441C-4788-9A6F-16EE474FAD08}" destId="{43BCDE37-042E-403A-B927-DE24AA561B1B}" srcOrd="4" destOrd="0" presId="urn:microsoft.com/office/officeart/2005/8/layout/default"/>
    <dgm:cxn modelId="{B0E3128E-1A47-4E6C-BF71-71B7C3CF519C}" type="presParOf" srcId="{965EA25D-441C-4788-9A6F-16EE474FAD08}" destId="{6788E733-20FF-4D53-A454-E07713F96AB6}" srcOrd="5" destOrd="0" presId="urn:microsoft.com/office/officeart/2005/8/layout/default"/>
    <dgm:cxn modelId="{337FC193-3BAE-4619-B267-5C654C782D51}" type="presParOf" srcId="{965EA25D-441C-4788-9A6F-16EE474FAD08}" destId="{AB8649A4-AA3B-42BD-B84B-C7E1CB307418}" srcOrd="6" destOrd="0" presId="urn:microsoft.com/office/officeart/2005/8/layout/default"/>
    <dgm:cxn modelId="{B6DE8930-53C1-4BF3-AC40-6F7FF218B96A}" type="presParOf" srcId="{965EA25D-441C-4788-9A6F-16EE474FAD08}" destId="{ECDDD6F3-C86E-41DA-AD99-7E4178DDDB24}" srcOrd="7" destOrd="0" presId="urn:microsoft.com/office/officeart/2005/8/layout/default"/>
    <dgm:cxn modelId="{09A2A58A-0F85-47E8-813F-86EA7259DE39}" type="presParOf" srcId="{965EA25D-441C-4788-9A6F-16EE474FAD08}" destId="{E977A189-9BFD-4697-93DD-15F93C2A368C}" srcOrd="8" destOrd="0" presId="urn:microsoft.com/office/officeart/2005/8/layout/default"/>
    <dgm:cxn modelId="{9FAD2424-C6DA-4EA2-BC5B-85FA1078F489}" type="presParOf" srcId="{965EA25D-441C-4788-9A6F-16EE474FAD08}" destId="{EF93BBF3-95E6-46BF-A5C6-343F6E934253}" srcOrd="9" destOrd="0" presId="urn:microsoft.com/office/officeart/2005/8/layout/default"/>
    <dgm:cxn modelId="{636807BD-47BB-43FC-B512-8E59179963E6}" type="presParOf" srcId="{965EA25D-441C-4788-9A6F-16EE474FAD08}" destId="{41D0594B-CFAC-4FFF-B0DB-A7FB694E146F}" srcOrd="10" destOrd="0" presId="urn:microsoft.com/office/officeart/2005/8/layout/default"/>
    <dgm:cxn modelId="{6A33C1EA-0DCA-4742-89FB-4D06252491E9}" type="presParOf" srcId="{965EA25D-441C-4788-9A6F-16EE474FAD08}" destId="{8FD371EB-65DD-42F6-B31C-D99CEE5CDA61}" srcOrd="11" destOrd="0" presId="urn:microsoft.com/office/officeart/2005/8/layout/default"/>
    <dgm:cxn modelId="{0D2CFB07-0E6F-4AC1-8A55-B56076D57D7E}" type="presParOf" srcId="{965EA25D-441C-4788-9A6F-16EE474FAD08}" destId="{FE81F28D-54F3-4763-91EC-1169011BB0AD}" srcOrd="12" destOrd="0" presId="urn:microsoft.com/office/officeart/2005/8/layout/default"/>
    <dgm:cxn modelId="{3E2233DE-E701-48D8-BB5F-37EAC657C455}" type="presParOf" srcId="{965EA25D-441C-4788-9A6F-16EE474FAD08}" destId="{67A00388-58DB-44BA-8FFD-3A1CC8DEB975}" srcOrd="13" destOrd="0" presId="urn:microsoft.com/office/officeart/2005/8/layout/default"/>
    <dgm:cxn modelId="{9F40B08C-0ECD-4FB7-A02D-37F3832DA92A}" type="presParOf" srcId="{965EA25D-441C-4788-9A6F-16EE474FAD08}" destId="{F0EB2B8C-1B79-4170-88E4-38417C9F19EF}" srcOrd="14" destOrd="0" presId="urn:microsoft.com/office/officeart/2005/8/layout/default"/>
    <dgm:cxn modelId="{08ED9C13-7714-4F19-A259-22F79E822A37}" type="presParOf" srcId="{965EA25D-441C-4788-9A6F-16EE474FAD08}" destId="{6C065187-ABBF-4DD0-8570-D469604D11CE}" srcOrd="15" destOrd="0" presId="urn:microsoft.com/office/officeart/2005/8/layout/default"/>
    <dgm:cxn modelId="{96E6BB4A-0ADD-4A62-A0C4-055CEDCCE120}" type="presParOf" srcId="{965EA25D-441C-4788-9A6F-16EE474FAD08}" destId="{CB542CD4-CD94-4599-BEC6-19DECFC97CDC}" srcOrd="16" destOrd="0" presId="urn:microsoft.com/office/officeart/2005/8/layout/default"/>
    <dgm:cxn modelId="{69C6D67F-58A3-475E-872E-751DE4F06672}" type="presParOf" srcId="{965EA25D-441C-4788-9A6F-16EE474FAD08}" destId="{1E4BF269-0B26-438E-B589-57CC33A3F5B2}" srcOrd="17" destOrd="0" presId="urn:microsoft.com/office/officeart/2005/8/layout/default"/>
    <dgm:cxn modelId="{5FB7912B-1692-4CC0-81E3-4E94F50E900D}" type="presParOf" srcId="{965EA25D-441C-4788-9A6F-16EE474FAD08}" destId="{0EF5D91C-4D39-40AE-A9BE-1493585270ED}" srcOrd="18" destOrd="0" presId="urn:microsoft.com/office/officeart/2005/8/layout/default"/>
    <dgm:cxn modelId="{93B8D916-CC92-4760-9026-34EDC8D8B57F}" type="presParOf" srcId="{965EA25D-441C-4788-9A6F-16EE474FAD08}" destId="{6D861560-04EE-4AF3-8A1F-08345B39A5B4}" srcOrd="19" destOrd="0" presId="urn:microsoft.com/office/officeart/2005/8/layout/default"/>
    <dgm:cxn modelId="{BA15F5BE-1CC2-4343-A369-49DEF9E62F60}" type="presParOf" srcId="{965EA25D-441C-4788-9A6F-16EE474FAD08}" destId="{BC9ACA41-8BD6-46C0-A30B-8A888B4AD51F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4A146A-5AB3-4174-98A8-85F5C9CB83D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E71D5F-2C4A-44CE-9379-E3839EC1C6B8}">
      <dgm:prSet/>
      <dgm:spPr/>
      <dgm:t>
        <a:bodyPr/>
        <a:lstStyle/>
        <a:p>
          <a:r>
            <a:rPr lang="en-US" b="1"/>
            <a:t>Streamlit App Features:</a:t>
          </a:r>
          <a:endParaRPr lang="en-US"/>
        </a:p>
      </dgm:t>
    </dgm:pt>
    <dgm:pt modelId="{6A99C661-CE73-4673-A96F-B5CD3AF185D4}" type="parTrans" cxnId="{B782A9A0-42E0-4BE2-8065-3DD89A6B9DB6}">
      <dgm:prSet/>
      <dgm:spPr/>
      <dgm:t>
        <a:bodyPr/>
        <a:lstStyle/>
        <a:p>
          <a:endParaRPr lang="en-US"/>
        </a:p>
      </dgm:t>
    </dgm:pt>
    <dgm:pt modelId="{3C9F9B2A-205D-4B29-BF60-B7A1D5DB6EC7}" type="sibTrans" cxnId="{B782A9A0-42E0-4BE2-8065-3DD89A6B9DB6}">
      <dgm:prSet/>
      <dgm:spPr/>
      <dgm:t>
        <a:bodyPr/>
        <a:lstStyle/>
        <a:p>
          <a:endParaRPr lang="en-US"/>
        </a:p>
      </dgm:t>
    </dgm:pt>
    <dgm:pt modelId="{8D62A4D4-E69D-417C-AFBA-3CED9AB619A5}">
      <dgm:prSet/>
      <dgm:spPr/>
      <dgm:t>
        <a:bodyPr/>
        <a:lstStyle/>
        <a:p>
          <a:r>
            <a:rPr lang="en-US"/>
            <a:t>User inputs weather conditions </a:t>
          </a:r>
        </a:p>
      </dgm:t>
    </dgm:pt>
    <dgm:pt modelId="{B3ABA6B0-7747-4FAF-80B4-CC16CCC514DC}" type="parTrans" cxnId="{7F197234-B156-4494-9D05-F78D0EF44FE5}">
      <dgm:prSet/>
      <dgm:spPr/>
      <dgm:t>
        <a:bodyPr/>
        <a:lstStyle/>
        <a:p>
          <a:endParaRPr lang="en-US"/>
        </a:p>
      </dgm:t>
    </dgm:pt>
    <dgm:pt modelId="{1505313C-D5D8-4DD6-99BE-8BEAEEBF92A1}" type="sibTrans" cxnId="{7F197234-B156-4494-9D05-F78D0EF44FE5}">
      <dgm:prSet/>
      <dgm:spPr/>
      <dgm:t>
        <a:bodyPr/>
        <a:lstStyle/>
        <a:p>
          <a:endParaRPr lang="en-US"/>
        </a:p>
      </dgm:t>
    </dgm:pt>
    <dgm:pt modelId="{EBA2A65C-6882-449E-AC23-28DEE6DFF400}">
      <dgm:prSet/>
      <dgm:spPr/>
      <dgm:t>
        <a:bodyPr/>
        <a:lstStyle/>
        <a:p>
          <a:r>
            <a:rPr lang="en-US"/>
            <a:t>Real-time prediction of pollutants </a:t>
          </a:r>
        </a:p>
      </dgm:t>
    </dgm:pt>
    <dgm:pt modelId="{0877006B-53BE-4974-BFDC-484D77EED528}" type="parTrans" cxnId="{CE93195F-7D9D-4957-9AD9-C02AAEB4E5BA}">
      <dgm:prSet/>
      <dgm:spPr/>
      <dgm:t>
        <a:bodyPr/>
        <a:lstStyle/>
        <a:p>
          <a:endParaRPr lang="en-US"/>
        </a:p>
      </dgm:t>
    </dgm:pt>
    <dgm:pt modelId="{AE5C7EF2-B45B-457C-BBF6-009693CB8CC6}" type="sibTrans" cxnId="{CE93195F-7D9D-4957-9AD9-C02AAEB4E5BA}">
      <dgm:prSet/>
      <dgm:spPr/>
      <dgm:t>
        <a:bodyPr/>
        <a:lstStyle/>
        <a:p>
          <a:endParaRPr lang="en-US"/>
        </a:p>
      </dgm:t>
    </dgm:pt>
    <dgm:pt modelId="{4A95BECC-2EFC-461F-B746-7A7E7220ED2E}">
      <dgm:prSet/>
      <dgm:spPr/>
      <dgm:t>
        <a:bodyPr/>
        <a:lstStyle/>
        <a:p>
          <a:r>
            <a:rPr lang="en-US"/>
            <a:t>Interactive UI with charts </a:t>
          </a:r>
        </a:p>
      </dgm:t>
    </dgm:pt>
    <dgm:pt modelId="{1F840E23-2866-41BB-A80F-8AFC079CFD04}" type="parTrans" cxnId="{9C5807D6-3339-4D11-A99C-9EB874B073EF}">
      <dgm:prSet/>
      <dgm:spPr/>
      <dgm:t>
        <a:bodyPr/>
        <a:lstStyle/>
        <a:p>
          <a:endParaRPr lang="en-US"/>
        </a:p>
      </dgm:t>
    </dgm:pt>
    <dgm:pt modelId="{F149CF6C-E9BB-49AF-AAA5-1C7FD9F191A9}" type="sibTrans" cxnId="{9C5807D6-3339-4D11-A99C-9EB874B073EF}">
      <dgm:prSet/>
      <dgm:spPr/>
      <dgm:t>
        <a:bodyPr/>
        <a:lstStyle/>
        <a:p>
          <a:endParaRPr lang="en-US"/>
        </a:p>
      </dgm:t>
    </dgm:pt>
    <dgm:pt modelId="{67E98906-14D2-48C3-B0E3-E714E3D918B5}">
      <dgm:prSet/>
      <dgm:spPr/>
      <dgm:t>
        <a:bodyPr/>
        <a:lstStyle/>
        <a:p>
          <a:r>
            <a:rPr lang="en-US" b="1"/>
            <a:t>Conclusion:</a:t>
          </a:r>
          <a:endParaRPr lang="en-US"/>
        </a:p>
      </dgm:t>
    </dgm:pt>
    <dgm:pt modelId="{DD3C9578-BE51-4C59-A8DF-9A3FB0C79D06}" type="parTrans" cxnId="{8BE62AE2-3B7B-49D1-AA67-486FFF4E4CAA}">
      <dgm:prSet/>
      <dgm:spPr/>
      <dgm:t>
        <a:bodyPr/>
        <a:lstStyle/>
        <a:p>
          <a:endParaRPr lang="en-US"/>
        </a:p>
      </dgm:t>
    </dgm:pt>
    <dgm:pt modelId="{8DB1AC6F-13FC-456C-B805-C017F37B6620}" type="sibTrans" cxnId="{8BE62AE2-3B7B-49D1-AA67-486FFF4E4CAA}">
      <dgm:prSet/>
      <dgm:spPr/>
      <dgm:t>
        <a:bodyPr/>
        <a:lstStyle/>
        <a:p>
          <a:endParaRPr lang="en-US"/>
        </a:p>
      </dgm:t>
    </dgm:pt>
    <dgm:pt modelId="{66118410-4BC8-44F8-B65B-4F74CE0CFC25}">
      <dgm:prSet/>
      <dgm:spPr/>
      <dgm:t>
        <a:bodyPr/>
        <a:lstStyle/>
        <a:p>
          <a:r>
            <a:rPr lang="en-US"/>
            <a:t>Successfully predicted multiple pollutants </a:t>
          </a:r>
        </a:p>
      </dgm:t>
    </dgm:pt>
    <dgm:pt modelId="{73CCAA96-9ADE-406B-BB32-7CA50089D034}" type="parTrans" cxnId="{CD022403-B26A-4CBF-8EEB-868A0EB61415}">
      <dgm:prSet/>
      <dgm:spPr/>
      <dgm:t>
        <a:bodyPr/>
        <a:lstStyle/>
        <a:p>
          <a:endParaRPr lang="en-US"/>
        </a:p>
      </dgm:t>
    </dgm:pt>
    <dgm:pt modelId="{138D518D-60BA-4B66-B338-E3AEDA8974AF}" type="sibTrans" cxnId="{CD022403-B26A-4CBF-8EEB-868A0EB61415}">
      <dgm:prSet/>
      <dgm:spPr/>
      <dgm:t>
        <a:bodyPr/>
        <a:lstStyle/>
        <a:p>
          <a:endParaRPr lang="en-US"/>
        </a:p>
      </dgm:t>
    </dgm:pt>
    <dgm:pt modelId="{61A9E106-8D6B-4D3A-B289-0041EFFA5585}">
      <dgm:prSet/>
      <dgm:spPr/>
      <dgm:t>
        <a:bodyPr/>
        <a:lstStyle/>
        <a:p>
          <a:r>
            <a:rPr lang="en-US"/>
            <a:t>Weather + time features are important </a:t>
          </a:r>
        </a:p>
      </dgm:t>
    </dgm:pt>
    <dgm:pt modelId="{BB50A437-D0AF-4185-A167-AA45726DE85E}" type="parTrans" cxnId="{AFF4FDA6-65A9-4E31-8664-CD0B9A91E965}">
      <dgm:prSet/>
      <dgm:spPr/>
      <dgm:t>
        <a:bodyPr/>
        <a:lstStyle/>
        <a:p>
          <a:endParaRPr lang="en-US"/>
        </a:p>
      </dgm:t>
    </dgm:pt>
    <dgm:pt modelId="{770227B6-9408-4E27-BE8F-D1A811B7CFC0}" type="sibTrans" cxnId="{AFF4FDA6-65A9-4E31-8664-CD0B9A91E965}">
      <dgm:prSet/>
      <dgm:spPr/>
      <dgm:t>
        <a:bodyPr/>
        <a:lstStyle/>
        <a:p>
          <a:endParaRPr lang="en-US"/>
        </a:p>
      </dgm:t>
    </dgm:pt>
    <dgm:pt modelId="{F4F7092B-0F3B-4747-9781-9493A72A511E}">
      <dgm:prSet/>
      <dgm:spPr/>
      <dgm:t>
        <a:bodyPr/>
        <a:lstStyle/>
        <a:p>
          <a:r>
            <a:rPr lang="en-US"/>
            <a:t>Model can support environmental monitoring </a:t>
          </a:r>
        </a:p>
      </dgm:t>
    </dgm:pt>
    <dgm:pt modelId="{EA0C6D3B-A06D-4E51-B68D-3AEC85871425}" type="parTrans" cxnId="{20E29AF3-00C4-4769-8E46-FC03475583D7}">
      <dgm:prSet/>
      <dgm:spPr/>
      <dgm:t>
        <a:bodyPr/>
        <a:lstStyle/>
        <a:p>
          <a:endParaRPr lang="en-US"/>
        </a:p>
      </dgm:t>
    </dgm:pt>
    <dgm:pt modelId="{AE12567C-E67E-4A76-9117-6186E7753620}" type="sibTrans" cxnId="{20E29AF3-00C4-4769-8E46-FC03475583D7}">
      <dgm:prSet/>
      <dgm:spPr/>
      <dgm:t>
        <a:bodyPr/>
        <a:lstStyle/>
        <a:p>
          <a:endParaRPr lang="en-US"/>
        </a:p>
      </dgm:t>
    </dgm:pt>
    <dgm:pt modelId="{DAC956F5-275F-4312-9F24-1A8205DAC6D4}">
      <dgm:prSet/>
      <dgm:spPr/>
      <dgm:t>
        <a:bodyPr/>
        <a:lstStyle/>
        <a:p>
          <a:r>
            <a:rPr lang="en-US" b="1"/>
            <a:t>Future Work:</a:t>
          </a:r>
          <a:endParaRPr lang="en-US"/>
        </a:p>
      </dgm:t>
    </dgm:pt>
    <dgm:pt modelId="{E213B440-3F48-4455-A2D7-728B206FF1E3}" type="parTrans" cxnId="{946FA618-5500-4333-ADF0-BC742E2A8A7D}">
      <dgm:prSet/>
      <dgm:spPr/>
      <dgm:t>
        <a:bodyPr/>
        <a:lstStyle/>
        <a:p>
          <a:endParaRPr lang="en-US"/>
        </a:p>
      </dgm:t>
    </dgm:pt>
    <dgm:pt modelId="{5D3E28E0-85F3-4C7C-8622-092B9A6F38AE}" type="sibTrans" cxnId="{946FA618-5500-4333-ADF0-BC742E2A8A7D}">
      <dgm:prSet/>
      <dgm:spPr/>
      <dgm:t>
        <a:bodyPr/>
        <a:lstStyle/>
        <a:p>
          <a:endParaRPr lang="en-US"/>
        </a:p>
      </dgm:t>
    </dgm:pt>
    <dgm:pt modelId="{D7D074B6-E689-400F-B22D-DF3388B44479}">
      <dgm:prSet/>
      <dgm:spPr/>
      <dgm:t>
        <a:bodyPr/>
        <a:lstStyle/>
        <a:p>
          <a:r>
            <a:rPr lang="en-US"/>
            <a:t>Add real-time API data </a:t>
          </a:r>
        </a:p>
      </dgm:t>
    </dgm:pt>
    <dgm:pt modelId="{E0DDD9D7-E099-4682-82D4-F50C9E1A1233}" type="parTrans" cxnId="{FABE613E-41D4-4EAF-AF09-B546F616BB6F}">
      <dgm:prSet/>
      <dgm:spPr/>
      <dgm:t>
        <a:bodyPr/>
        <a:lstStyle/>
        <a:p>
          <a:endParaRPr lang="en-US"/>
        </a:p>
      </dgm:t>
    </dgm:pt>
    <dgm:pt modelId="{D056C182-18E6-4C5B-B1FE-BD4FE3C1C334}" type="sibTrans" cxnId="{FABE613E-41D4-4EAF-AF09-B546F616BB6F}">
      <dgm:prSet/>
      <dgm:spPr/>
      <dgm:t>
        <a:bodyPr/>
        <a:lstStyle/>
        <a:p>
          <a:endParaRPr lang="en-US"/>
        </a:p>
      </dgm:t>
    </dgm:pt>
    <dgm:pt modelId="{D41640F0-B005-41CB-96DF-DDCD67618740}">
      <dgm:prSet/>
      <dgm:spPr/>
      <dgm:t>
        <a:bodyPr/>
        <a:lstStyle/>
        <a:p>
          <a:r>
            <a:rPr lang="en-US"/>
            <a:t>Use advanced models (XGBoost) </a:t>
          </a:r>
        </a:p>
      </dgm:t>
    </dgm:pt>
    <dgm:pt modelId="{0306B1F6-C9AF-4C38-817E-05C4A8307F7B}" type="parTrans" cxnId="{A6E213F3-3C34-4A7F-ACFD-5FB5BEF770B0}">
      <dgm:prSet/>
      <dgm:spPr/>
      <dgm:t>
        <a:bodyPr/>
        <a:lstStyle/>
        <a:p>
          <a:endParaRPr lang="en-US"/>
        </a:p>
      </dgm:t>
    </dgm:pt>
    <dgm:pt modelId="{A1D00678-C1D4-476F-B577-30D4523B403B}" type="sibTrans" cxnId="{A6E213F3-3C34-4A7F-ACFD-5FB5BEF770B0}">
      <dgm:prSet/>
      <dgm:spPr/>
      <dgm:t>
        <a:bodyPr/>
        <a:lstStyle/>
        <a:p>
          <a:endParaRPr lang="en-US"/>
        </a:p>
      </dgm:t>
    </dgm:pt>
    <dgm:pt modelId="{AD84FED0-B50D-433F-B323-1DCC8A05A74D}">
      <dgm:prSet/>
      <dgm:spPr/>
      <dgm:t>
        <a:bodyPr/>
        <a:lstStyle/>
        <a:p>
          <a:r>
            <a:rPr lang="en-US"/>
            <a:t>Improve UI with AQI categories </a:t>
          </a:r>
        </a:p>
      </dgm:t>
    </dgm:pt>
    <dgm:pt modelId="{E475F6A0-B464-4099-BFC6-0385CB4D7D6F}" type="parTrans" cxnId="{9D69DBE4-C2B5-43BB-90A8-29788FC4463B}">
      <dgm:prSet/>
      <dgm:spPr/>
      <dgm:t>
        <a:bodyPr/>
        <a:lstStyle/>
        <a:p>
          <a:endParaRPr lang="en-US"/>
        </a:p>
      </dgm:t>
    </dgm:pt>
    <dgm:pt modelId="{89DC3F5A-C753-4886-A0C8-C5AEB2E74F00}" type="sibTrans" cxnId="{9D69DBE4-C2B5-43BB-90A8-29788FC4463B}">
      <dgm:prSet/>
      <dgm:spPr/>
      <dgm:t>
        <a:bodyPr/>
        <a:lstStyle/>
        <a:p>
          <a:endParaRPr lang="en-US"/>
        </a:p>
      </dgm:t>
    </dgm:pt>
    <dgm:pt modelId="{A7A8AC50-A697-4349-947A-B753794E4DEB}" type="pres">
      <dgm:prSet presAssocID="{F04A146A-5AB3-4174-98A8-85F5C9CB83DE}" presName="vert0" presStyleCnt="0">
        <dgm:presLayoutVars>
          <dgm:dir/>
          <dgm:animOne val="branch"/>
          <dgm:animLvl val="lvl"/>
        </dgm:presLayoutVars>
      </dgm:prSet>
      <dgm:spPr/>
    </dgm:pt>
    <dgm:pt modelId="{38B0C731-370C-42DB-A45E-C98E134062D7}" type="pres">
      <dgm:prSet presAssocID="{6AE71D5F-2C4A-44CE-9379-E3839EC1C6B8}" presName="thickLine" presStyleLbl="alignNode1" presStyleIdx="0" presStyleCnt="12"/>
      <dgm:spPr/>
    </dgm:pt>
    <dgm:pt modelId="{CAFDFDB5-E893-4A14-A4E0-F05B213E09F8}" type="pres">
      <dgm:prSet presAssocID="{6AE71D5F-2C4A-44CE-9379-E3839EC1C6B8}" presName="horz1" presStyleCnt="0"/>
      <dgm:spPr/>
    </dgm:pt>
    <dgm:pt modelId="{55AB6CDF-7ECF-4F52-BDC6-3EA1BF20AA26}" type="pres">
      <dgm:prSet presAssocID="{6AE71D5F-2C4A-44CE-9379-E3839EC1C6B8}" presName="tx1" presStyleLbl="revTx" presStyleIdx="0" presStyleCnt="12"/>
      <dgm:spPr/>
    </dgm:pt>
    <dgm:pt modelId="{F2769BA1-0BDD-45D0-B9AA-23189B40FA61}" type="pres">
      <dgm:prSet presAssocID="{6AE71D5F-2C4A-44CE-9379-E3839EC1C6B8}" presName="vert1" presStyleCnt="0"/>
      <dgm:spPr/>
    </dgm:pt>
    <dgm:pt modelId="{7649B864-DE01-4306-BD2A-F45F1F2C0FAA}" type="pres">
      <dgm:prSet presAssocID="{8D62A4D4-E69D-417C-AFBA-3CED9AB619A5}" presName="thickLine" presStyleLbl="alignNode1" presStyleIdx="1" presStyleCnt="12"/>
      <dgm:spPr/>
    </dgm:pt>
    <dgm:pt modelId="{29520B49-1071-42DA-9134-C9C78B9B3814}" type="pres">
      <dgm:prSet presAssocID="{8D62A4D4-E69D-417C-AFBA-3CED9AB619A5}" presName="horz1" presStyleCnt="0"/>
      <dgm:spPr/>
    </dgm:pt>
    <dgm:pt modelId="{3843DAED-3F77-492F-90A8-684ABFBDEA03}" type="pres">
      <dgm:prSet presAssocID="{8D62A4D4-E69D-417C-AFBA-3CED9AB619A5}" presName="tx1" presStyleLbl="revTx" presStyleIdx="1" presStyleCnt="12"/>
      <dgm:spPr/>
    </dgm:pt>
    <dgm:pt modelId="{478E2DF0-2B04-433A-896C-CC6EE5C21B09}" type="pres">
      <dgm:prSet presAssocID="{8D62A4D4-E69D-417C-AFBA-3CED9AB619A5}" presName="vert1" presStyleCnt="0"/>
      <dgm:spPr/>
    </dgm:pt>
    <dgm:pt modelId="{6BB5CE0B-FD84-4F67-98AE-3A75DE8EC943}" type="pres">
      <dgm:prSet presAssocID="{EBA2A65C-6882-449E-AC23-28DEE6DFF400}" presName="thickLine" presStyleLbl="alignNode1" presStyleIdx="2" presStyleCnt="12"/>
      <dgm:spPr/>
    </dgm:pt>
    <dgm:pt modelId="{188538D0-3D73-4495-83C9-9E1A903AFE40}" type="pres">
      <dgm:prSet presAssocID="{EBA2A65C-6882-449E-AC23-28DEE6DFF400}" presName="horz1" presStyleCnt="0"/>
      <dgm:spPr/>
    </dgm:pt>
    <dgm:pt modelId="{37DA2669-150A-43E7-B4D7-7687B2CD5A08}" type="pres">
      <dgm:prSet presAssocID="{EBA2A65C-6882-449E-AC23-28DEE6DFF400}" presName="tx1" presStyleLbl="revTx" presStyleIdx="2" presStyleCnt="12"/>
      <dgm:spPr/>
    </dgm:pt>
    <dgm:pt modelId="{2818661A-A3D1-444F-94CF-12F957733B8E}" type="pres">
      <dgm:prSet presAssocID="{EBA2A65C-6882-449E-AC23-28DEE6DFF400}" presName="vert1" presStyleCnt="0"/>
      <dgm:spPr/>
    </dgm:pt>
    <dgm:pt modelId="{69A316B8-1413-4A59-A819-84FDDF998590}" type="pres">
      <dgm:prSet presAssocID="{4A95BECC-2EFC-461F-B746-7A7E7220ED2E}" presName="thickLine" presStyleLbl="alignNode1" presStyleIdx="3" presStyleCnt="12"/>
      <dgm:spPr/>
    </dgm:pt>
    <dgm:pt modelId="{6D32952B-06C3-4E16-A945-F7B27B7A906A}" type="pres">
      <dgm:prSet presAssocID="{4A95BECC-2EFC-461F-B746-7A7E7220ED2E}" presName="horz1" presStyleCnt="0"/>
      <dgm:spPr/>
    </dgm:pt>
    <dgm:pt modelId="{1DB15FAE-9EB8-4964-B0E9-3A2A8F8DCB74}" type="pres">
      <dgm:prSet presAssocID="{4A95BECC-2EFC-461F-B746-7A7E7220ED2E}" presName="tx1" presStyleLbl="revTx" presStyleIdx="3" presStyleCnt="12"/>
      <dgm:spPr/>
    </dgm:pt>
    <dgm:pt modelId="{CBD51DCE-DC12-4259-B3F8-DA519287D559}" type="pres">
      <dgm:prSet presAssocID="{4A95BECC-2EFC-461F-B746-7A7E7220ED2E}" presName="vert1" presStyleCnt="0"/>
      <dgm:spPr/>
    </dgm:pt>
    <dgm:pt modelId="{19B7DE2C-4B28-41EB-B5D4-23EF15682E43}" type="pres">
      <dgm:prSet presAssocID="{67E98906-14D2-48C3-B0E3-E714E3D918B5}" presName="thickLine" presStyleLbl="alignNode1" presStyleIdx="4" presStyleCnt="12"/>
      <dgm:spPr/>
    </dgm:pt>
    <dgm:pt modelId="{6E4E240A-4FA5-42DC-A05B-F6239B2E30B5}" type="pres">
      <dgm:prSet presAssocID="{67E98906-14D2-48C3-B0E3-E714E3D918B5}" presName="horz1" presStyleCnt="0"/>
      <dgm:spPr/>
    </dgm:pt>
    <dgm:pt modelId="{33788D7D-033B-4E61-9864-D8C676DBABD3}" type="pres">
      <dgm:prSet presAssocID="{67E98906-14D2-48C3-B0E3-E714E3D918B5}" presName="tx1" presStyleLbl="revTx" presStyleIdx="4" presStyleCnt="12"/>
      <dgm:spPr/>
    </dgm:pt>
    <dgm:pt modelId="{5B61C660-737F-44EA-B9E9-21D86B9E6955}" type="pres">
      <dgm:prSet presAssocID="{67E98906-14D2-48C3-B0E3-E714E3D918B5}" presName="vert1" presStyleCnt="0"/>
      <dgm:spPr/>
    </dgm:pt>
    <dgm:pt modelId="{B2082B33-EBF3-4E1D-93CA-8B295B3C1228}" type="pres">
      <dgm:prSet presAssocID="{66118410-4BC8-44F8-B65B-4F74CE0CFC25}" presName="thickLine" presStyleLbl="alignNode1" presStyleIdx="5" presStyleCnt="12"/>
      <dgm:spPr/>
    </dgm:pt>
    <dgm:pt modelId="{6DE56D00-E1C2-4B65-9F16-CF22B4ED1CF3}" type="pres">
      <dgm:prSet presAssocID="{66118410-4BC8-44F8-B65B-4F74CE0CFC25}" presName="horz1" presStyleCnt="0"/>
      <dgm:spPr/>
    </dgm:pt>
    <dgm:pt modelId="{707E868B-4C14-45FD-9992-6E49BA102171}" type="pres">
      <dgm:prSet presAssocID="{66118410-4BC8-44F8-B65B-4F74CE0CFC25}" presName="tx1" presStyleLbl="revTx" presStyleIdx="5" presStyleCnt="12"/>
      <dgm:spPr/>
    </dgm:pt>
    <dgm:pt modelId="{C790BC5F-1026-45EA-BA43-D339EE1BF891}" type="pres">
      <dgm:prSet presAssocID="{66118410-4BC8-44F8-B65B-4F74CE0CFC25}" presName="vert1" presStyleCnt="0"/>
      <dgm:spPr/>
    </dgm:pt>
    <dgm:pt modelId="{7CE89D63-CF23-484B-BCB3-3E992D199082}" type="pres">
      <dgm:prSet presAssocID="{61A9E106-8D6B-4D3A-B289-0041EFFA5585}" presName="thickLine" presStyleLbl="alignNode1" presStyleIdx="6" presStyleCnt="12"/>
      <dgm:spPr/>
    </dgm:pt>
    <dgm:pt modelId="{2F0228A5-DF64-41B0-9FDE-E7A5DCA01CCE}" type="pres">
      <dgm:prSet presAssocID="{61A9E106-8D6B-4D3A-B289-0041EFFA5585}" presName="horz1" presStyleCnt="0"/>
      <dgm:spPr/>
    </dgm:pt>
    <dgm:pt modelId="{336AF5DB-5CF5-449D-97C6-4E669DE99AAA}" type="pres">
      <dgm:prSet presAssocID="{61A9E106-8D6B-4D3A-B289-0041EFFA5585}" presName="tx1" presStyleLbl="revTx" presStyleIdx="6" presStyleCnt="12"/>
      <dgm:spPr/>
    </dgm:pt>
    <dgm:pt modelId="{F7B1FDDE-EA90-4C30-AD50-A4E1C4D84EF0}" type="pres">
      <dgm:prSet presAssocID="{61A9E106-8D6B-4D3A-B289-0041EFFA5585}" presName="vert1" presStyleCnt="0"/>
      <dgm:spPr/>
    </dgm:pt>
    <dgm:pt modelId="{EA196EFB-EFB3-42CA-987F-9A57BEEBA46C}" type="pres">
      <dgm:prSet presAssocID="{F4F7092B-0F3B-4747-9781-9493A72A511E}" presName="thickLine" presStyleLbl="alignNode1" presStyleIdx="7" presStyleCnt="12"/>
      <dgm:spPr/>
    </dgm:pt>
    <dgm:pt modelId="{F67CC473-57B8-45A0-9182-CD3271C8E4F7}" type="pres">
      <dgm:prSet presAssocID="{F4F7092B-0F3B-4747-9781-9493A72A511E}" presName="horz1" presStyleCnt="0"/>
      <dgm:spPr/>
    </dgm:pt>
    <dgm:pt modelId="{5AC2BF4D-A935-4481-9C47-C3F0DBB62B96}" type="pres">
      <dgm:prSet presAssocID="{F4F7092B-0F3B-4747-9781-9493A72A511E}" presName="tx1" presStyleLbl="revTx" presStyleIdx="7" presStyleCnt="12"/>
      <dgm:spPr/>
    </dgm:pt>
    <dgm:pt modelId="{E38B1EE6-F4A0-457D-B869-D33DE3D45BF4}" type="pres">
      <dgm:prSet presAssocID="{F4F7092B-0F3B-4747-9781-9493A72A511E}" presName="vert1" presStyleCnt="0"/>
      <dgm:spPr/>
    </dgm:pt>
    <dgm:pt modelId="{3556F7B8-9E35-4DD2-9741-C0EF0E6AD3D9}" type="pres">
      <dgm:prSet presAssocID="{DAC956F5-275F-4312-9F24-1A8205DAC6D4}" presName="thickLine" presStyleLbl="alignNode1" presStyleIdx="8" presStyleCnt="12"/>
      <dgm:spPr/>
    </dgm:pt>
    <dgm:pt modelId="{063B11C9-43F8-4AFF-B018-4D5D5FDF4397}" type="pres">
      <dgm:prSet presAssocID="{DAC956F5-275F-4312-9F24-1A8205DAC6D4}" presName="horz1" presStyleCnt="0"/>
      <dgm:spPr/>
    </dgm:pt>
    <dgm:pt modelId="{AF0C21DE-138E-4D8A-BA9E-1417C7E16259}" type="pres">
      <dgm:prSet presAssocID="{DAC956F5-275F-4312-9F24-1A8205DAC6D4}" presName="tx1" presStyleLbl="revTx" presStyleIdx="8" presStyleCnt="12"/>
      <dgm:spPr/>
    </dgm:pt>
    <dgm:pt modelId="{AAECB440-8F2F-490C-BDAC-0B6C6CC15BB2}" type="pres">
      <dgm:prSet presAssocID="{DAC956F5-275F-4312-9F24-1A8205DAC6D4}" presName="vert1" presStyleCnt="0"/>
      <dgm:spPr/>
    </dgm:pt>
    <dgm:pt modelId="{E057F18C-F5AA-45C9-807B-2E5353AD320D}" type="pres">
      <dgm:prSet presAssocID="{D7D074B6-E689-400F-B22D-DF3388B44479}" presName="thickLine" presStyleLbl="alignNode1" presStyleIdx="9" presStyleCnt="12"/>
      <dgm:spPr/>
    </dgm:pt>
    <dgm:pt modelId="{68B6670E-4DDA-4AE9-91A8-2A760D9AC837}" type="pres">
      <dgm:prSet presAssocID="{D7D074B6-E689-400F-B22D-DF3388B44479}" presName="horz1" presStyleCnt="0"/>
      <dgm:spPr/>
    </dgm:pt>
    <dgm:pt modelId="{3152BF07-DE08-40DC-B475-B2807DD24E56}" type="pres">
      <dgm:prSet presAssocID="{D7D074B6-E689-400F-B22D-DF3388B44479}" presName="tx1" presStyleLbl="revTx" presStyleIdx="9" presStyleCnt="12"/>
      <dgm:spPr/>
    </dgm:pt>
    <dgm:pt modelId="{863E645D-0EB0-4F46-81BF-EB0116CFCACB}" type="pres">
      <dgm:prSet presAssocID="{D7D074B6-E689-400F-B22D-DF3388B44479}" presName="vert1" presStyleCnt="0"/>
      <dgm:spPr/>
    </dgm:pt>
    <dgm:pt modelId="{45156841-8FA0-40CC-9A83-557922147933}" type="pres">
      <dgm:prSet presAssocID="{D41640F0-B005-41CB-96DF-DDCD67618740}" presName="thickLine" presStyleLbl="alignNode1" presStyleIdx="10" presStyleCnt="12"/>
      <dgm:spPr/>
    </dgm:pt>
    <dgm:pt modelId="{C63BBC99-B0A7-4EE6-9715-80611FC41E83}" type="pres">
      <dgm:prSet presAssocID="{D41640F0-B005-41CB-96DF-DDCD67618740}" presName="horz1" presStyleCnt="0"/>
      <dgm:spPr/>
    </dgm:pt>
    <dgm:pt modelId="{C41446A0-5298-4241-963A-D36F4D24D743}" type="pres">
      <dgm:prSet presAssocID="{D41640F0-B005-41CB-96DF-DDCD67618740}" presName="tx1" presStyleLbl="revTx" presStyleIdx="10" presStyleCnt="12"/>
      <dgm:spPr/>
    </dgm:pt>
    <dgm:pt modelId="{919FED46-A9D0-4E28-9E22-35CECDE6C455}" type="pres">
      <dgm:prSet presAssocID="{D41640F0-B005-41CB-96DF-DDCD67618740}" presName="vert1" presStyleCnt="0"/>
      <dgm:spPr/>
    </dgm:pt>
    <dgm:pt modelId="{A424E1AD-BC0E-401F-A099-0621FFF741D6}" type="pres">
      <dgm:prSet presAssocID="{AD84FED0-B50D-433F-B323-1DCC8A05A74D}" presName="thickLine" presStyleLbl="alignNode1" presStyleIdx="11" presStyleCnt="12"/>
      <dgm:spPr/>
    </dgm:pt>
    <dgm:pt modelId="{9AA24515-68F5-4E47-8448-37AACEA46C57}" type="pres">
      <dgm:prSet presAssocID="{AD84FED0-B50D-433F-B323-1DCC8A05A74D}" presName="horz1" presStyleCnt="0"/>
      <dgm:spPr/>
    </dgm:pt>
    <dgm:pt modelId="{3773AA09-3BA2-475C-9495-E2123D9E22DF}" type="pres">
      <dgm:prSet presAssocID="{AD84FED0-B50D-433F-B323-1DCC8A05A74D}" presName="tx1" presStyleLbl="revTx" presStyleIdx="11" presStyleCnt="12"/>
      <dgm:spPr/>
    </dgm:pt>
    <dgm:pt modelId="{A204F51E-8C94-46EA-838E-B8A0CDAA86CE}" type="pres">
      <dgm:prSet presAssocID="{AD84FED0-B50D-433F-B323-1DCC8A05A74D}" presName="vert1" presStyleCnt="0"/>
      <dgm:spPr/>
    </dgm:pt>
  </dgm:ptLst>
  <dgm:cxnLst>
    <dgm:cxn modelId="{CD022403-B26A-4CBF-8EEB-868A0EB61415}" srcId="{F04A146A-5AB3-4174-98A8-85F5C9CB83DE}" destId="{66118410-4BC8-44F8-B65B-4F74CE0CFC25}" srcOrd="5" destOrd="0" parTransId="{73CCAA96-9ADE-406B-BB32-7CA50089D034}" sibTransId="{138D518D-60BA-4B66-B338-E3AEDA8974AF}"/>
    <dgm:cxn modelId="{937A3E04-3831-41C1-A491-47FBE1AECEA9}" type="presOf" srcId="{4A95BECC-2EFC-461F-B746-7A7E7220ED2E}" destId="{1DB15FAE-9EB8-4964-B0E9-3A2A8F8DCB74}" srcOrd="0" destOrd="0" presId="urn:microsoft.com/office/officeart/2008/layout/LinedList"/>
    <dgm:cxn modelId="{946FA618-5500-4333-ADF0-BC742E2A8A7D}" srcId="{F04A146A-5AB3-4174-98A8-85F5C9CB83DE}" destId="{DAC956F5-275F-4312-9F24-1A8205DAC6D4}" srcOrd="8" destOrd="0" parTransId="{E213B440-3F48-4455-A2D7-728B206FF1E3}" sibTransId="{5D3E28E0-85F3-4C7C-8622-092B9A6F38AE}"/>
    <dgm:cxn modelId="{53852D22-F051-4C02-893F-38AE324116B3}" type="presOf" srcId="{EBA2A65C-6882-449E-AC23-28DEE6DFF400}" destId="{37DA2669-150A-43E7-B4D7-7687B2CD5A08}" srcOrd="0" destOrd="0" presId="urn:microsoft.com/office/officeart/2008/layout/LinedList"/>
    <dgm:cxn modelId="{3503742A-B305-4858-9386-5E8CED75D956}" type="presOf" srcId="{DAC956F5-275F-4312-9F24-1A8205DAC6D4}" destId="{AF0C21DE-138E-4D8A-BA9E-1417C7E16259}" srcOrd="0" destOrd="0" presId="urn:microsoft.com/office/officeart/2008/layout/LinedList"/>
    <dgm:cxn modelId="{7F197234-B156-4494-9D05-F78D0EF44FE5}" srcId="{F04A146A-5AB3-4174-98A8-85F5C9CB83DE}" destId="{8D62A4D4-E69D-417C-AFBA-3CED9AB619A5}" srcOrd="1" destOrd="0" parTransId="{B3ABA6B0-7747-4FAF-80B4-CC16CCC514DC}" sibTransId="{1505313C-D5D8-4DD6-99BE-8BEAEEBF92A1}"/>
    <dgm:cxn modelId="{FABE613E-41D4-4EAF-AF09-B546F616BB6F}" srcId="{F04A146A-5AB3-4174-98A8-85F5C9CB83DE}" destId="{D7D074B6-E689-400F-B22D-DF3388B44479}" srcOrd="9" destOrd="0" parTransId="{E0DDD9D7-E099-4682-82D4-F50C9E1A1233}" sibTransId="{D056C182-18E6-4C5B-B1FE-BD4FE3C1C334}"/>
    <dgm:cxn modelId="{9507565B-D477-47CE-8162-B44EB2AF766B}" type="presOf" srcId="{67E98906-14D2-48C3-B0E3-E714E3D918B5}" destId="{33788D7D-033B-4E61-9864-D8C676DBABD3}" srcOrd="0" destOrd="0" presId="urn:microsoft.com/office/officeart/2008/layout/LinedList"/>
    <dgm:cxn modelId="{CE93195F-7D9D-4957-9AD9-C02AAEB4E5BA}" srcId="{F04A146A-5AB3-4174-98A8-85F5C9CB83DE}" destId="{EBA2A65C-6882-449E-AC23-28DEE6DFF400}" srcOrd="2" destOrd="0" parTransId="{0877006B-53BE-4974-BFDC-484D77EED528}" sibTransId="{AE5C7EF2-B45B-457C-BBF6-009693CB8CC6}"/>
    <dgm:cxn modelId="{0003BE5F-C11A-4673-9BC7-2A6831832D7F}" type="presOf" srcId="{D7D074B6-E689-400F-B22D-DF3388B44479}" destId="{3152BF07-DE08-40DC-B475-B2807DD24E56}" srcOrd="0" destOrd="0" presId="urn:microsoft.com/office/officeart/2008/layout/LinedList"/>
    <dgm:cxn modelId="{DB17EB43-041C-40D5-B8D6-EF9941E02E7E}" type="presOf" srcId="{F4F7092B-0F3B-4747-9781-9493A72A511E}" destId="{5AC2BF4D-A935-4481-9C47-C3F0DBB62B96}" srcOrd="0" destOrd="0" presId="urn:microsoft.com/office/officeart/2008/layout/LinedList"/>
    <dgm:cxn modelId="{92601269-C8DE-46F3-AF93-42EBAA37595A}" type="presOf" srcId="{D41640F0-B005-41CB-96DF-DDCD67618740}" destId="{C41446A0-5298-4241-963A-D36F4D24D743}" srcOrd="0" destOrd="0" presId="urn:microsoft.com/office/officeart/2008/layout/LinedList"/>
    <dgm:cxn modelId="{417E6B6A-E200-4E9D-AC36-CD6F58C88309}" type="presOf" srcId="{66118410-4BC8-44F8-B65B-4F74CE0CFC25}" destId="{707E868B-4C14-45FD-9992-6E49BA102171}" srcOrd="0" destOrd="0" presId="urn:microsoft.com/office/officeart/2008/layout/LinedList"/>
    <dgm:cxn modelId="{4C340E72-A09A-4ABF-A5EA-E111FE2F93C5}" type="presOf" srcId="{AD84FED0-B50D-433F-B323-1DCC8A05A74D}" destId="{3773AA09-3BA2-475C-9495-E2123D9E22DF}" srcOrd="0" destOrd="0" presId="urn:microsoft.com/office/officeart/2008/layout/LinedList"/>
    <dgm:cxn modelId="{52002475-AD8B-45E2-843D-5141C037E138}" type="presOf" srcId="{61A9E106-8D6B-4D3A-B289-0041EFFA5585}" destId="{336AF5DB-5CF5-449D-97C6-4E669DE99AAA}" srcOrd="0" destOrd="0" presId="urn:microsoft.com/office/officeart/2008/layout/LinedList"/>
    <dgm:cxn modelId="{35E25B79-EABA-45EF-9DC8-EB9A05E6700A}" type="presOf" srcId="{F04A146A-5AB3-4174-98A8-85F5C9CB83DE}" destId="{A7A8AC50-A697-4349-947A-B753794E4DEB}" srcOrd="0" destOrd="0" presId="urn:microsoft.com/office/officeart/2008/layout/LinedList"/>
    <dgm:cxn modelId="{B782A9A0-42E0-4BE2-8065-3DD89A6B9DB6}" srcId="{F04A146A-5AB3-4174-98A8-85F5C9CB83DE}" destId="{6AE71D5F-2C4A-44CE-9379-E3839EC1C6B8}" srcOrd="0" destOrd="0" parTransId="{6A99C661-CE73-4673-A96F-B5CD3AF185D4}" sibTransId="{3C9F9B2A-205D-4B29-BF60-B7A1D5DB6EC7}"/>
    <dgm:cxn modelId="{AFF4FDA6-65A9-4E31-8664-CD0B9A91E965}" srcId="{F04A146A-5AB3-4174-98A8-85F5C9CB83DE}" destId="{61A9E106-8D6B-4D3A-B289-0041EFFA5585}" srcOrd="6" destOrd="0" parTransId="{BB50A437-D0AF-4185-A167-AA45726DE85E}" sibTransId="{770227B6-9408-4E27-BE8F-D1A811B7CFC0}"/>
    <dgm:cxn modelId="{B01F06C2-3C6E-4683-80AB-9D600FE58506}" type="presOf" srcId="{8D62A4D4-E69D-417C-AFBA-3CED9AB619A5}" destId="{3843DAED-3F77-492F-90A8-684ABFBDEA03}" srcOrd="0" destOrd="0" presId="urn:microsoft.com/office/officeart/2008/layout/LinedList"/>
    <dgm:cxn modelId="{9C5807D6-3339-4D11-A99C-9EB874B073EF}" srcId="{F04A146A-5AB3-4174-98A8-85F5C9CB83DE}" destId="{4A95BECC-2EFC-461F-B746-7A7E7220ED2E}" srcOrd="3" destOrd="0" parTransId="{1F840E23-2866-41BB-A80F-8AFC079CFD04}" sibTransId="{F149CF6C-E9BB-49AF-AAA5-1C7FD9F191A9}"/>
    <dgm:cxn modelId="{8BE62AE2-3B7B-49D1-AA67-486FFF4E4CAA}" srcId="{F04A146A-5AB3-4174-98A8-85F5C9CB83DE}" destId="{67E98906-14D2-48C3-B0E3-E714E3D918B5}" srcOrd="4" destOrd="0" parTransId="{DD3C9578-BE51-4C59-A8DF-9A3FB0C79D06}" sibTransId="{8DB1AC6F-13FC-456C-B805-C017F37B6620}"/>
    <dgm:cxn modelId="{9D69DBE4-C2B5-43BB-90A8-29788FC4463B}" srcId="{F04A146A-5AB3-4174-98A8-85F5C9CB83DE}" destId="{AD84FED0-B50D-433F-B323-1DCC8A05A74D}" srcOrd="11" destOrd="0" parTransId="{E475F6A0-B464-4099-BFC6-0385CB4D7D6F}" sibTransId="{89DC3F5A-C753-4886-A0C8-C5AEB2E74F00}"/>
    <dgm:cxn modelId="{A6E213F3-3C34-4A7F-ACFD-5FB5BEF770B0}" srcId="{F04A146A-5AB3-4174-98A8-85F5C9CB83DE}" destId="{D41640F0-B005-41CB-96DF-DDCD67618740}" srcOrd="10" destOrd="0" parTransId="{0306B1F6-C9AF-4C38-817E-05C4A8307F7B}" sibTransId="{A1D00678-C1D4-476F-B577-30D4523B403B}"/>
    <dgm:cxn modelId="{20E29AF3-00C4-4769-8E46-FC03475583D7}" srcId="{F04A146A-5AB3-4174-98A8-85F5C9CB83DE}" destId="{F4F7092B-0F3B-4747-9781-9493A72A511E}" srcOrd="7" destOrd="0" parTransId="{EA0C6D3B-A06D-4E51-B68D-3AEC85871425}" sibTransId="{AE12567C-E67E-4A76-9117-6186E7753620}"/>
    <dgm:cxn modelId="{43816CF5-3D0D-4F2F-B565-7F6000C7518A}" type="presOf" srcId="{6AE71D5F-2C4A-44CE-9379-E3839EC1C6B8}" destId="{55AB6CDF-7ECF-4F52-BDC6-3EA1BF20AA26}" srcOrd="0" destOrd="0" presId="urn:microsoft.com/office/officeart/2008/layout/LinedList"/>
    <dgm:cxn modelId="{9065C55B-F0E7-423B-A23E-1248412A064D}" type="presParOf" srcId="{A7A8AC50-A697-4349-947A-B753794E4DEB}" destId="{38B0C731-370C-42DB-A45E-C98E134062D7}" srcOrd="0" destOrd="0" presId="urn:microsoft.com/office/officeart/2008/layout/LinedList"/>
    <dgm:cxn modelId="{DE90CD0E-7D1F-4BFC-B5A4-FFC53E660534}" type="presParOf" srcId="{A7A8AC50-A697-4349-947A-B753794E4DEB}" destId="{CAFDFDB5-E893-4A14-A4E0-F05B213E09F8}" srcOrd="1" destOrd="0" presId="urn:microsoft.com/office/officeart/2008/layout/LinedList"/>
    <dgm:cxn modelId="{9770FEC6-B108-4473-A419-009499FD5774}" type="presParOf" srcId="{CAFDFDB5-E893-4A14-A4E0-F05B213E09F8}" destId="{55AB6CDF-7ECF-4F52-BDC6-3EA1BF20AA26}" srcOrd="0" destOrd="0" presId="urn:microsoft.com/office/officeart/2008/layout/LinedList"/>
    <dgm:cxn modelId="{5FABAA8E-9F61-466A-8C0F-971D74C5025E}" type="presParOf" srcId="{CAFDFDB5-E893-4A14-A4E0-F05B213E09F8}" destId="{F2769BA1-0BDD-45D0-B9AA-23189B40FA61}" srcOrd="1" destOrd="0" presId="urn:microsoft.com/office/officeart/2008/layout/LinedList"/>
    <dgm:cxn modelId="{05D44190-372A-4F58-BBF6-70250246259C}" type="presParOf" srcId="{A7A8AC50-A697-4349-947A-B753794E4DEB}" destId="{7649B864-DE01-4306-BD2A-F45F1F2C0FAA}" srcOrd="2" destOrd="0" presId="urn:microsoft.com/office/officeart/2008/layout/LinedList"/>
    <dgm:cxn modelId="{FB88E39B-C70F-4864-BC75-F6027902E415}" type="presParOf" srcId="{A7A8AC50-A697-4349-947A-B753794E4DEB}" destId="{29520B49-1071-42DA-9134-C9C78B9B3814}" srcOrd="3" destOrd="0" presId="urn:microsoft.com/office/officeart/2008/layout/LinedList"/>
    <dgm:cxn modelId="{4D3B0933-3314-4584-AD7E-B1BABBE907B5}" type="presParOf" srcId="{29520B49-1071-42DA-9134-C9C78B9B3814}" destId="{3843DAED-3F77-492F-90A8-684ABFBDEA03}" srcOrd="0" destOrd="0" presId="urn:microsoft.com/office/officeart/2008/layout/LinedList"/>
    <dgm:cxn modelId="{6DBE8528-6276-495B-9774-406F4CCCF3DD}" type="presParOf" srcId="{29520B49-1071-42DA-9134-C9C78B9B3814}" destId="{478E2DF0-2B04-433A-896C-CC6EE5C21B09}" srcOrd="1" destOrd="0" presId="urn:microsoft.com/office/officeart/2008/layout/LinedList"/>
    <dgm:cxn modelId="{F0779C67-73DE-42F5-AA9B-E2C44DD85242}" type="presParOf" srcId="{A7A8AC50-A697-4349-947A-B753794E4DEB}" destId="{6BB5CE0B-FD84-4F67-98AE-3A75DE8EC943}" srcOrd="4" destOrd="0" presId="urn:microsoft.com/office/officeart/2008/layout/LinedList"/>
    <dgm:cxn modelId="{E646009C-E319-4A4D-9388-AA4D86CDA34E}" type="presParOf" srcId="{A7A8AC50-A697-4349-947A-B753794E4DEB}" destId="{188538D0-3D73-4495-83C9-9E1A903AFE40}" srcOrd="5" destOrd="0" presId="urn:microsoft.com/office/officeart/2008/layout/LinedList"/>
    <dgm:cxn modelId="{8CE85510-B894-4D6B-AEBC-1738C6CB6AF4}" type="presParOf" srcId="{188538D0-3D73-4495-83C9-9E1A903AFE40}" destId="{37DA2669-150A-43E7-B4D7-7687B2CD5A08}" srcOrd="0" destOrd="0" presId="urn:microsoft.com/office/officeart/2008/layout/LinedList"/>
    <dgm:cxn modelId="{709D1554-1280-4D61-A561-DD8D8AB36313}" type="presParOf" srcId="{188538D0-3D73-4495-83C9-9E1A903AFE40}" destId="{2818661A-A3D1-444F-94CF-12F957733B8E}" srcOrd="1" destOrd="0" presId="urn:microsoft.com/office/officeart/2008/layout/LinedList"/>
    <dgm:cxn modelId="{897B4173-75B4-43F6-B1FD-38E1B87AF146}" type="presParOf" srcId="{A7A8AC50-A697-4349-947A-B753794E4DEB}" destId="{69A316B8-1413-4A59-A819-84FDDF998590}" srcOrd="6" destOrd="0" presId="urn:microsoft.com/office/officeart/2008/layout/LinedList"/>
    <dgm:cxn modelId="{A327F7FD-13FF-489F-8C3F-FF55D0553BC3}" type="presParOf" srcId="{A7A8AC50-A697-4349-947A-B753794E4DEB}" destId="{6D32952B-06C3-4E16-A945-F7B27B7A906A}" srcOrd="7" destOrd="0" presId="urn:microsoft.com/office/officeart/2008/layout/LinedList"/>
    <dgm:cxn modelId="{E26E565F-A30A-4BE1-B30E-0E2ED9484B82}" type="presParOf" srcId="{6D32952B-06C3-4E16-A945-F7B27B7A906A}" destId="{1DB15FAE-9EB8-4964-B0E9-3A2A8F8DCB74}" srcOrd="0" destOrd="0" presId="urn:microsoft.com/office/officeart/2008/layout/LinedList"/>
    <dgm:cxn modelId="{94E92A46-FE4F-4FFB-B5C0-CD1B1445EE9C}" type="presParOf" srcId="{6D32952B-06C3-4E16-A945-F7B27B7A906A}" destId="{CBD51DCE-DC12-4259-B3F8-DA519287D559}" srcOrd="1" destOrd="0" presId="urn:microsoft.com/office/officeart/2008/layout/LinedList"/>
    <dgm:cxn modelId="{9CD3F9D9-3779-4FC0-B7E7-7933FE3E65CB}" type="presParOf" srcId="{A7A8AC50-A697-4349-947A-B753794E4DEB}" destId="{19B7DE2C-4B28-41EB-B5D4-23EF15682E43}" srcOrd="8" destOrd="0" presId="urn:microsoft.com/office/officeart/2008/layout/LinedList"/>
    <dgm:cxn modelId="{254A1E3D-C192-4633-8D0E-46869F846C1F}" type="presParOf" srcId="{A7A8AC50-A697-4349-947A-B753794E4DEB}" destId="{6E4E240A-4FA5-42DC-A05B-F6239B2E30B5}" srcOrd="9" destOrd="0" presId="urn:microsoft.com/office/officeart/2008/layout/LinedList"/>
    <dgm:cxn modelId="{7F0BA5D5-CD05-454D-83A5-CA89FBF94126}" type="presParOf" srcId="{6E4E240A-4FA5-42DC-A05B-F6239B2E30B5}" destId="{33788D7D-033B-4E61-9864-D8C676DBABD3}" srcOrd="0" destOrd="0" presId="urn:microsoft.com/office/officeart/2008/layout/LinedList"/>
    <dgm:cxn modelId="{6FFCD60F-5EAE-4556-96A9-725B401B37E3}" type="presParOf" srcId="{6E4E240A-4FA5-42DC-A05B-F6239B2E30B5}" destId="{5B61C660-737F-44EA-B9E9-21D86B9E6955}" srcOrd="1" destOrd="0" presId="urn:microsoft.com/office/officeart/2008/layout/LinedList"/>
    <dgm:cxn modelId="{40DF0BD2-3830-4A32-A470-0DCC4F75404B}" type="presParOf" srcId="{A7A8AC50-A697-4349-947A-B753794E4DEB}" destId="{B2082B33-EBF3-4E1D-93CA-8B295B3C1228}" srcOrd="10" destOrd="0" presId="urn:microsoft.com/office/officeart/2008/layout/LinedList"/>
    <dgm:cxn modelId="{41642667-96E2-495C-A0DD-3084293ACF9F}" type="presParOf" srcId="{A7A8AC50-A697-4349-947A-B753794E4DEB}" destId="{6DE56D00-E1C2-4B65-9F16-CF22B4ED1CF3}" srcOrd="11" destOrd="0" presId="urn:microsoft.com/office/officeart/2008/layout/LinedList"/>
    <dgm:cxn modelId="{565B45F8-E369-48A6-A090-B495734B556C}" type="presParOf" srcId="{6DE56D00-E1C2-4B65-9F16-CF22B4ED1CF3}" destId="{707E868B-4C14-45FD-9992-6E49BA102171}" srcOrd="0" destOrd="0" presId="urn:microsoft.com/office/officeart/2008/layout/LinedList"/>
    <dgm:cxn modelId="{2264AC36-7737-4583-8D75-0F196D8DA82B}" type="presParOf" srcId="{6DE56D00-E1C2-4B65-9F16-CF22B4ED1CF3}" destId="{C790BC5F-1026-45EA-BA43-D339EE1BF891}" srcOrd="1" destOrd="0" presId="urn:microsoft.com/office/officeart/2008/layout/LinedList"/>
    <dgm:cxn modelId="{DC8AA29C-985D-4CF5-8562-3BFCFBB9A3E1}" type="presParOf" srcId="{A7A8AC50-A697-4349-947A-B753794E4DEB}" destId="{7CE89D63-CF23-484B-BCB3-3E992D199082}" srcOrd="12" destOrd="0" presId="urn:microsoft.com/office/officeart/2008/layout/LinedList"/>
    <dgm:cxn modelId="{51B1F425-C5B8-47A4-B383-244555B5D2BC}" type="presParOf" srcId="{A7A8AC50-A697-4349-947A-B753794E4DEB}" destId="{2F0228A5-DF64-41B0-9FDE-E7A5DCA01CCE}" srcOrd="13" destOrd="0" presId="urn:microsoft.com/office/officeart/2008/layout/LinedList"/>
    <dgm:cxn modelId="{D728307F-D4C5-48A2-BFB8-A8E162BE2589}" type="presParOf" srcId="{2F0228A5-DF64-41B0-9FDE-E7A5DCA01CCE}" destId="{336AF5DB-5CF5-449D-97C6-4E669DE99AAA}" srcOrd="0" destOrd="0" presId="urn:microsoft.com/office/officeart/2008/layout/LinedList"/>
    <dgm:cxn modelId="{5D601A8B-0F31-4BBD-AE9C-08781E8542FB}" type="presParOf" srcId="{2F0228A5-DF64-41B0-9FDE-E7A5DCA01CCE}" destId="{F7B1FDDE-EA90-4C30-AD50-A4E1C4D84EF0}" srcOrd="1" destOrd="0" presId="urn:microsoft.com/office/officeart/2008/layout/LinedList"/>
    <dgm:cxn modelId="{46BA0998-1709-4D2E-AD0B-452E5D75B9A3}" type="presParOf" srcId="{A7A8AC50-A697-4349-947A-B753794E4DEB}" destId="{EA196EFB-EFB3-42CA-987F-9A57BEEBA46C}" srcOrd="14" destOrd="0" presId="urn:microsoft.com/office/officeart/2008/layout/LinedList"/>
    <dgm:cxn modelId="{CCDFA7B7-681C-4593-BB44-678AE078FD94}" type="presParOf" srcId="{A7A8AC50-A697-4349-947A-B753794E4DEB}" destId="{F67CC473-57B8-45A0-9182-CD3271C8E4F7}" srcOrd="15" destOrd="0" presId="urn:microsoft.com/office/officeart/2008/layout/LinedList"/>
    <dgm:cxn modelId="{C348F0A0-0158-4120-9EF7-5516A59E8AF6}" type="presParOf" srcId="{F67CC473-57B8-45A0-9182-CD3271C8E4F7}" destId="{5AC2BF4D-A935-4481-9C47-C3F0DBB62B96}" srcOrd="0" destOrd="0" presId="urn:microsoft.com/office/officeart/2008/layout/LinedList"/>
    <dgm:cxn modelId="{2ABE131B-CC21-40BB-96B9-BCDF135826FB}" type="presParOf" srcId="{F67CC473-57B8-45A0-9182-CD3271C8E4F7}" destId="{E38B1EE6-F4A0-457D-B869-D33DE3D45BF4}" srcOrd="1" destOrd="0" presId="urn:microsoft.com/office/officeart/2008/layout/LinedList"/>
    <dgm:cxn modelId="{D8B72F92-9336-4E56-AF75-E06F5CC6CB22}" type="presParOf" srcId="{A7A8AC50-A697-4349-947A-B753794E4DEB}" destId="{3556F7B8-9E35-4DD2-9741-C0EF0E6AD3D9}" srcOrd="16" destOrd="0" presId="urn:microsoft.com/office/officeart/2008/layout/LinedList"/>
    <dgm:cxn modelId="{B7DAB0FD-5884-4A52-B123-5866CB5C6C0B}" type="presParOf" srcId="{A7A8AC50-A697-4349-947A-B753794E4DEB}" destId="{063B11C9-43F8-4AFF-B018-4D5D5FDF4397}" srcOrd="17" destOrd="0" presId="urn:microsoft.com/office/officeart/2008/layout/LinedList"/>
    <dgm:cxn modelId="{84ADB359-4C59-432F-8BAF-0ED3AD1F195B}" type="presParOf" srcId="{063B11C9-43F8-4AFF-B018-4D5D5FDF4397}" destId="{AF0C21DE-138E-4D8A-BA9E-1417C7E16259}" srcOrd="0" destOrd="0" presId="urn:microsoft.com/office/officeart/2008/layout/LinedList"/>
    <dgm:cxn modelId="{763F955C-0375-42B3-A636-73B0974FDA58}" type="presParOf" srcId="{063B11C9-43F8-4AFF-B018-4D5D5FDF4397}" destId="{AAECB440-8F2F-490C-BDAC-0B6C6CC15BB2}" srcOrd="1" destOrd="0" presId="urn:microsoft.com/office/officeart/2008/layout/LinedList"/>
    <dgm:cxn modelId="{505D58FD-E5A2-4260-A335-C9CB50443C69}" type="presParOf" srcId="{A7A8AC50-A697-4349-947A-B753794E4DEB}" destId="{E057F18C-F5AA-45C9-807B-2E5353AD320D}" srcOrd="18" destOrd="0" presId="urn:microsoft.com/office/officeart/2008/layout/LinedList"/>
    <dgm:cxn modelId="{DA9303B1-7AFF-4436-8A24-D478F6617C1E}" type="presParOf" srcId="{A7A8AC50-A697-4349-947A-B753794E4DEB}" destId="{68B6670E-4DDA-4AE9-91A8-2A760D9AC837}" srcOrd="19" destOrd="0" presId="urn:microsoft.com/office/officeart/2008/layout/LinedList"/>
    <dgm:cxn modelId="{7FABDA66-9A84-423B-BCAD-F51C98B463D6}" type="presParOf" srcId="{68B6670E-4DDA-4AE9-91A8-2A760D9AC837}" destId="{3152BF07-DE08-40DC-B475-B2807DD24E56}" srcOrd="0" destOrd="0" presId="urn:microsoft.com/office/officeart/2008/layout/LinedList"/>
    <dgm:cxn modelId="{DAC5ED5F-48EB-4725-94C6-6756C9B53476}" type="presParOf" srcId="{68B6670E-4DDA-4AE9-91A8-2A760D9AC837}" destId="{863E645D-0EB0-4F46-81BF-EB0116CFCACB}" srcOrd="1" destOrd="0" presId="urn:microsoft.com/office/officeart/2008/layout/LinedList"/>
    <dgm:cxn modelId="{A5615E11-BCD7-4082-AC78-A281AD7A3059}" type="presParOf" srcId="{A7A8AC50-A697-4349-947A-B753794E4DEB}" destId="{45156841-8FA0-40CC-9A83-557922147933}" srcOrd="20" destOrd="0" presId="urn:microsoft.com/office/officeart/2008/layout/LinedList"/>
    <dgm:cxn modelId="{71324B67-B02D-4F79-B987-F46935A851D2}" type="presParOf" srcId="{A7A8AC50-A697-4349-947A-B753794E4DEB}" destId="{C63BBC99-B0A7-4EE6-9715-80611FC41E83}" srcOrd="21" destOrd="0" presId="urn:microsoft.com/office/officeart/2008/layout/LinedList"/>
    <dgm:cxn modelId="{12C48EA5-0EF5-4480-8B09-741CF7F52ECF}" type="presParOf" srcId="{C63BBC99-B0A7-4EE6-9715-80611FC41E83}" destId="{C41446A0-5298-4241-963A-D36F4D24D743}" srcOrd="0" destOrd="0" presId="urn:microsoft.com/office/officeart/2008/layout/LinedList"/>
    <dgm:cxn modelId="{44AA37BC-6A6C-4B1F-856B-C6FC9C921390}" type="presParOf" srcId="{C63BBC99-B0A7-4EE6-9715-80611FC41E83}" destId="{919FED46-A9D0-4E28-9E22-35CECDE6C455}" srcOrd="1" destOrd="0" presId="urn:microsoft.com/office/officeart/2008/layout/LinedList"/>
    <dgm:cxn modelId="{8763F78B-A6BC-46F5-AF29-446010AB3057}" type="presParOf" srcId="{A7A8AC50-A697-4349-947A-B753794E4DEB}" destId="{A424E1AD-BC0E-401F-A099-0621FFF741D6}" srcOrd="22" destOrd="0" presId="urn:microsoft.com/office/officeart/2008/layout/LinedList"/>
    <dgm:cxn modelId="{37E257AB-8E09-48BB-92B0-158DA4BCF41A}" type="presParOf" srcId="{A7A8AC50-A697-4349-947A-B753794E4DEB}" destId="{9AA24515-68F5-4E47-8448-37AACEA46C57}" srcOrd="23" destOrd="0" presId="urn:microsoft.com/office/officeart/2008/layout/LinedList"/>
    <dgm:cxn modelId="{8D080A44-4015-4181-82EB-93F11AAC6507}" type="presParOf" srcId="{9AA24515-68F5-4E47-8448-37AACEA46C57}" destId="{3773AA09-3BA2-475C-9495-E2123D9E22DF}" srcOrd="0" destOrd="0" presId="urn:microsoft.com/office/officeart/2008/layout/LinedList"/>
    <dgm:cxn modelId="{9830E1F5-3966-4A15-8D9D-391C5C502583}" type="presParOf" srcId="{9AA24515-68F5-4E47-8448-37AACEA46C57}" destId="{A204F51E-8C94-46EA-838E-B8A0CDAA86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7845A-5574-4F0C-B43D-986EEE5153BB}">
      <dsp:nvSpPr>
        <dsp:cNvPr id="0" name=""/>
        <dsp:cNvSpPr/>
      </dsp:nvSpPr>
      <dsp:spPr>
        <a:xfrm>
          <a:off x="1778777" y="501139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490" y="544817"/>
        <a:ext cx="20422" cy="4084"/>
      </dsp:txXfrm>
    </dsp:sp>
    <dsp:sp modelId="{430E6EF7-BFF8-4FC3-96C3-3B97F00569D9}">
      <dsp:nvSpPr>
        <dsp:cNvPr id="0" name=""/>
        <dsp:cNvSpPr/>
      </dsp:nvSpPr>
      <dsp:spPr>
        <a:xfrm>
          <a:off x="4717" y="14101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Seasonal variation in pollution levels </a:t>
          </a:r>
        </a:p>
      </dsp:txBody>
      <dsp:txXfrm>
        <a:off x="4717" y="14101"/>
        <a:ext cx="1775860" cy="1065516"/>
      </dsp:txXfrm>
    </dsp:sp>
    <dsp:sp modelId="{5F349CC3-5E2A-4418-A604-1F312EE3192F}">
      <dsp:nvSpPr>
        <dsp:cNvPr id="0" name=""/>
        <dsp:cNvSpPr/>
      </dsp:nvSpPr>
      <dsp:spPr>
        <a:xfrm>
          <a:off x="3963086" y="501139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5">
              <a:hueOff val="1196486"/>
              <a:satOff val="128"/>
              <a:lumOff val="-24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1798" y="544817"/>
        <a:ext cx="20422" cy="4084"/>
      </dsp:txXfrm>
    </dsp:sp>
    <dsp:sp modelId="{A3F927F6-28A1-4AB6-AEAB-9C513B3CF4D0}">
      <dsp:nvSpPr>
        <dsp:cNvPr id="0" name=""/>
        <dsp:cNvSpPr/>
      </dsp:nvSpPr>
      <dsp:spPr>
        <a:xfrm>
          <a:off x="2189025" y="14101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1046925"/>
                <a:satOff val="112"/>
                <a:lumOff val="-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046925"/>
                <a:satOff val="112"/>
                <a:lumOff val="-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046925"/>
                <a:satOff val="112"/>
                <a:lumOff val="-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Strong correlation between pollutants </a:t>
          </a:r>
        </a:p>
      </dsp:txBody>
      <dsp:txXfrm>
        <a:off x="2189025" y="14101"/>
        <a:ext cx="1775860" cy="1065516"/>
      </dsp:txXfrm>
    </dsp:sp>
    <dsp:sp modelId="{1B489877-0D3D-46A2-89D2-D88019F55A7B}">
      <dsp:nvSpPr>
        <dsp:cNvPr id="0" name=""/>
        <dsp:cNvSpPr/>
      </dsp:nvSpPr>
      <dsp:spPr>
        <a:xfrm>
          <a:off x="892647" y="1077818"/>
          <a:ext cx="4368616" cy="377847"/>
        </a:xfrm>
        <a:custGeom>
          <a:avLst/>
          <a:gdLst/>
          <a:ahLst/>
          <a:cxnLst/>
          <a:rect l="0" t="0" r="0" b="0"/>
          <a:pathLst>
            <a:path>
              <a:moveTo>
                <a:pt x="4368616" y="0"/>
              </a:moveTo>
              <a:lnTo>
                <a:pt x="4368616" y="206023"/>
              </a:lnTo>
              <a:lnTo>
                <a:pt x="0" y="206023"/>
              </a:lnTo>
              <a:lnTo>
                <a:pt x="0" y="377847"/>
              </a:lnTo>
            </a:path>
          </a:pathLst>
        </a:custGeom>
        <a:noFill/>
        <a:ln w="12700" cap="flat" cmpd="sng" algn="ctr">
          <a:solidFill>
            <a:schemeClr val="accent5">
              <a:hueOff val="2392972"/>
              <a:satOff val="256"/>
              <a:lumOff val="-493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67264" y="1264699"/>
        <a:ext cx="219383" cy="4084"/>
      </dsp:txXfrm>
    </dsp:sp>
    <dsp:sp modelId="{23581F11-C0DB-4B3A-80CB-70A659E3BE6F}">
      <dsp:nvSpPr>
        <dsp:cNvPr id="0" name=""/>
        <dsp:cNvSpPr/>
      </dsp:nvSpPr>
      <dsp:spPr>
        <a:xfrm>
          <a:off x="4373334" y="14101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2093851"/>
                <a:satOff val="224"/>
                <a:lumOff val="-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2093851"/>
                <a:satOff val="224"/>
                <a:lumOff val="-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2093851"/>
                <a:satOff val="224"/>
                <a:lumOff val="-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Weather factors impact pollution (Temp, Humidity) </a:t>
          </a:r>
        </a:p>
      </dsp:txBody>
      <dsp:txXfrm>
        <a:off x="4373334" y="14101"/>
        <a:ext cx="1775860" cy="1065516"/>
      </dsp:txXfrm>
    </dsp:sp>
    <dsp:sp modelId="{4EBED78D-3FF4-492E-AC22-0C9923159891}">
      <dsp:nvSpPr>
        <dsp:cNvPr id="0" name=""/>
        <dsp:cNvSpPr/>
      </dsp:nvSpPr>
      <dsp:spPr>
        <a:xfrm>
          <a:off x="1778777" y="1975104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5">
              <a:hueOff val="3589458"/>
              <a:satOff val="384"/>
              <a:lumOff val="-739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490" y="2018781"/>
        <a:ext cx="20422" cy="4084"/>
      </dsp:txXfrm>
    </dsp:sp>
    <dsp:sp modelId="{2781E01C-71F4-4EDF-A900-2FD4473EE5C6}">
      <dsp:nvSpPr>
        <dsp:cNvPr id="0" name=""/>
        <dsp:cNvSpPr/>
      </dsp:nvSpPr>
      <dsp:spPr>
        <a:xfrm>
          <a:off x="4717" y="1488065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3140776"/>
                <a:satOff val="336"/>
                <a:lumOff val="-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3140776"/>
                <a:satOff val="336"/>
                <a:lumOff val="-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3140776"/>
                <a:satOff val="336"/>
                <a:lumOff val="-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Techniques Used:</a:t>
          </a:r>
          <a:endParaRPr lang="en-US" sz="1500" kern="1200"/>
        </a:p>
      </dsp:txBody>
      <dsp:txXfrm>
        <a:off x="4717" y="1488065"/>
        <a:ext cx="1775860" cy="1065516"/>
      </dsp:txXfrm>
    </dsp:sp>
    <dsp:sp modelId="{7A0B8E48-9AC7-47ED-B504-F483E5B5D06F}">
      <dsp:nvSpPr>
        <dsp:cNvPr id="0" name=""/>
        <dsp:cNvSpPr/>
      </dsp:nvSpPr>
      <dsp:spPr>
        <a:xfrm>
          <a:off x="3963086" y="1975104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5">
              <a:hueOff val="4785944"/>
              <a:satOff val="513"/>
              <a:lumOff val="-98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1798" y="2018781"/>
        <a:ext cx="20422" cy="4084"/>
      </dsp:txXfrm>
    </dsp:sp>
    <dsp:sp modelId="{AD0051BF-7B7C-40FF-8E56-505E01B54B31}">
      <dsp:nvSpPr>
        <dsp:cNvPr id="0" name=""/>
        <dsp:cNvSpPr/>
      </dsp:nvSpPr>
      <dsp:spPr>
        <a:xfrm>
          <a:off x="2189025" y="1488065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4187701"/>
                <a:satOff val="449"/>
                <a:lumOff val="-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4187701"/>
                <a:satOff val="449"/>
                <a:lumOff val="-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4187701"/>
                <a:satOff val="449"/>
                <a:lumOff val="-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Histograms </a:t>
          </a:r>
        </a:p>
      </dsp:txBody>
      <dsp:txXfrm>
        <a:off x="2189025" y="1488065"/>
        <a:ext cx="1775860" cy="1065516"/>
      </dsp:txXfrm>
    </dsp:sp>
    <dsp:sp modelId="{96ACB2D7-322F-41F7-82FC-1139BD0B8C07}">
      <dsp:nvSpPr>
        <dsp:cNvPr id="0" name=""/>
        <dsp:cNvSpPr/>
      </dsp:nvSpPr>
      <dsp:spPr>
        <a:xfrm>
          <a:off x="892647" y="2551782"/>
          <a:ext cx="4368616" cy="377847"/>
        </a:xfrm>
        <a:custGeom>
          <a:avLst/>
          <a:gdLst/>
          <a:ahLst/>
          <a:cxnLst/>
          <a:rect l="0" t="0" r="0" b="0"/>
          <a:pathLst>
            <a:path>
              <a:moveTo>
                <a:pt x="4368616" y="0"/>
              </a:moveTo>
              <a:lnTo>
                <a:pt x="4368616" y="206023"/>
              </a:lnTo>
              <a:lnTo>
                <a:pt x="0" y="206023"/>
              </a:lnTo>
              <a:lnTo>
                <a:pt x="0" y="377847"/>
              </a:lnTo>
            </a:path>
          </a:pathLst>
        </a:custGeom>
        <a:noFill/>
        <a:ln w="12700" cap="flat" cmpd="sng" algn="ctr">
          <a:solidFill>
            <a:schemeClr val="accent5">
              <a:hueOff val="5982431"/>
              <a:satOff val="641"/>
              <a:lumOff val="-123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67264" y="2738663"/>
        <a:ext cx="219383" cy="4084"/>
      </dsp:txXfrm>
    </dsp:sp>
    <dsp:sp modelId="{183529AF-200A-4075-804F-C9152D085DCE}">
      <dsp:nvSpPr>
        <dsp:cNvPr id="0" name=""/>
        <dsp:cNvSpPr/>
      </dsp:nvSpPr>
      <dsp:spPr>
        <a:xfrm>
          <a:off x="4373334" y="1488065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5234626"/>
                <a:satOff val="561"/>
                <a:lumOff val="-107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5234626"/>
                <a:satOff val="561"/>
                <a:lumOff val="-107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5234626"/>
                <a:satOff val="561"/>
                <a:lumOff val="-107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Correlation heatmap </a:t>
          </a:r>
        </a:p>
      </dsp:txBody>
      <dsp:txXfrm>
        <a:off x="4373334" y="1488065"/>
        <a:ext cx="1775860" cy="1065516"/>
      </dsp:txXfrm>
    </dsp:sp>
    <dsp:sp modelId="{04870D5E-01B2-4252-92F3-CF1C4BB3F060}">
      <dsp:nvSpPr>
        <dsp:cNvPr id="0" name=""/>
        <dsp:cNvSpPr/>
      </dsp:nvSpPr>
      <dsp:spPr>
        <a:xfrm>
          <a:off x="1778777" y="3449068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5">
              <a:hueOff val="7178916"/>
              <a:satOff val="769"/>
              <a:lumOff val="-1479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490" y="3492745"/>
        <a:ext cx="20422" cy="4084"/>
      </dsp:txXfrm>
    </dsp:sp>
    <dsp:sp modelId="{42403CC3-7159-4491-81A9-52090719FA55}">
      <dsp:nvSpPr>
        <dsp:cNvPr id="0" name=""/>
        <dsp:cNvSpPr/>
      </dsp:nvSpPr>
      <dsp:spPr>
        <a:xfrm>
          <a:off x="4717" y="2962029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6281552"/>
                <a:satOff val="673"/>
                <a:lumOff val="-129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6281552"/>
                <a:satOff val="673"/>
                <a:lumOff val="-129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6281552"/>
                <a:satOff val="673"/>
                <a:lumOff val="-129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Monthly &amp; yearly trends </a:t>
          </a:r>
        </a:p>
      </dsp:txBody>
      <dsp:txXfrm>
        <a:off x="4717" y="2962029"/>
        <a:ext cx="1775860" cy="1065516"/>
      </dsp:txXfrm>
    </dsp:sp>
    <dsp:sp modelId="{BA86AAFF-8D4E-407B-9B0F-2A56E51CA437}">
      <dsp:nvSpPr>
        <dsp:cNvPr id="0" name=""/>
        <dsp:cNvSpPr/>
      </dsp:nvSpPr>
      <dsp:spPr>
        <a:xfrm>
          <a:off x="3963086" y="3449068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5">
              <a:hueOff val="8375403"/>
              <a:satOff val="897"/>
              <a:lumOff val="-1725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1798" y="3492745"/>
        <a:ext cx="20422" cy="4084"/>
      </dsp:txXfrm>
    </dsp:sp>
    <dsp:sp modelId="{944114E9-D8E7-4C84-9182-54BA46EEA630}">
      <dsp:nvSpPr>
        <dsp:cNvPr id="0" name=""/>
        <dsp:cNvSpPr/>
      </dsp:nvSpPr>
      <dsp:spPr>
        <a:xfrm>
          <a:off x="2189025" y="2962029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7328477"/>
                <a:satOff val="785"/>
                <a:lumOff val="-150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7328477"/>
                <a:satOff val="785"/>
                <a:lumOff val="-150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7328477"/>
                <a:satOff val="785"/>
                <a:lumOff val="-150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Scatter plots </a:t>
          </a:r>
        </a:p>
      </dsp:txBody>
      <dsp:txXfrm>
        <a:off x="2189025" y="2962029"/>
        <a:ext cx="1775860" cy="1065516"/>
      </dsp:txXfrm>
    </dsp:sp>
    <dsp:sp modelId="{6D301115-3385-4BE8-9528-255ECCF8B68E}">
      <dsp:nvSpPr>
        <dsp:cNvPr id="0" name=""/>
        <dsp:cNvSpPr/>
      </dsp:nvSpPr>
      <dsp:spPr>
        <a:xfrm>
          <a:off x="4373334" y="2962029"/>
          <a:ext cx="1775860" cy="1065516"/>
        </a:xfrm>
        <a:prstGeom prst="rect">
          <a:avLst/>
        </a:prstGeom>
        <a:gradFill rotWithShape="0">
          <a:gsLst>
            <a:gs pos="0">
              <a:schemeClr val="accent5">
                <a:hueOff val="8375403"/>
                <a:satOff val="897"/>
                <a:lumOff val="-172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8375403"/>
                <a:satOff val="897"/>
                <a:lumOff val="-172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8375403"/>
                <a:satOff val="897"/>
                <a:lumOff val="-172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👉 Helped identify patterns and clean anomalies</a:t>
          </a:r>
        </a:p>
      </dsp:txBody>
      <dsp:txXfrm>
        <a:off x="4373334" y="2962029"/>
        <a:ext cx="1775860" cy="10655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59788-A470-4E04-9CB9-6542858EE013}">
      <dsp:nvSpPr>
        <dsp:cNvPr id="0" name=""/>
        <dsp:cNvSpPr/>
      </dsp:nvSpPr>
      <dsp:spPr>
        <a:xfrm>
          <a:off x="0" y="361473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Approach:</a:t>
          </a:r>
          <a:endParaRPr lang="en-US" sz="1300" kern="1200"/>
        </a:p>
      </dsp:txBody>
      <dsp:txXfrm>
        <a:off x="0" y="361473"/>
        <a:ext cx="1720214" cy="1032129"/>
      </dsp:txXfrm>
    </dsp:sp>
    <dsp:sp modelId="{ADEDCCBD-9034-4C98-9D3F-8DFC24405DE6}">
      <dsp:nvSpPr>
        <dsp:cNvPr id="0" name=""/>
        <dsp:cNvSpPr/>
      </dsp:nvSpPr>
      <dsp:spPr>
        <a:xfrm>
          <a:off x="1892236" y="361473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Multi-output regression </a:t>
          </a:r>
        </a:p>
      </dsp:txBody>
      <dsp:txXfrm>
        <a:off x="1892236" y="361473"/>
        <a:ext cx="1720214" cy="1032129"/>
      </dsp:txXfrm>
    </dsp:sp>
    <dsp:sp modelId="{43BCDE37-042E-403A-B927-DE24AA561B1B}">
      <dsp:nvSpPr>
        <dsp:cNvPr id="0" name=""/>
        <dsp:cNvSpPr/>
      </dsp:nvSpPr>
      <dsp:spPr>
        <a:xfrm>
          <a:off x="3784472" y="361473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Predict multiple pollutants simultaneously </a:t>
          </a:r>
        </a:p>
      </dsp:txBody>
      <dsp:txXfrm>
        <a:off x="3784472" y="361473"/>
        <a:ext cx="1720214" cy="1032129"/>
      </dsp:txXfrm>
    </dsp:sp>
    <dsp:sp modelId="{AB8649A4-AA3B-42BD-B84B-C7E1CB307418}">
      <dsp:nvSpPr>
        <dsp:cNvPr id="0" name=""/>
        <dsp:cNvSpPr/>
      </dsp:nvSpPr>
      <dsp:spPr>
        <a:xfrm>
          <a:off x="0" y="1565624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Models Used:</a:t>
          </a:r>
          <a:endParaRPr lang="en-US" sz="1300" kern="1200"/>
        </a:p>
      </dsp:txBody>
      <dsp:txXfrm>
        <a:off x="0" y="1565624"/>
        <a:ext cx="1720214" cy="1032129"/>
      </dsp:txXfrm>
    </dsp:sp>
    <dsp:sp modelId="{E977A189-9BFD-4697-93DD-15F93C2A368C}">
      <dsp:nvSpPr>
        <dsp:cNvPr id="0" name=""/>
        <dsp:cNvSpPr/>
      </dsp:nvSpPr>
      <dsp:spPr>
        <a:xfrm>
          <a:off x="1892236" y="1565624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Linear Regression (baseline) </a:t>
          </a:r>
        </a:p>
      </dsp:txBody>
      <dsp:txXfrm>
        <a:off x="1892236" y="1565624"/>
        <a:ext cx="1720214" cy="1032129"/>
      </dsp:txXfrm>
    </dsp:sp>
    <dsp:sp modelId="{41D0594B-CFAC-4FFF-B0DB-A7FB694E146F}">
      <dsp:nvSpPr>
        <dsp:cNvPr id="0" name=""/>
        <dsp:cNvSpPr/>
      </dsp:nvSpPr>
      <dsp:spPr>
        <a:xfrm>
          <a:off x="3784472" y="1565624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Random Forest (final model) </a:t>
          </a:r>
        </a:p>
      </dsp:txBody>
      <dsp:txXfrm>
        <a:off x="3784472" y="1565624"/>
        <a:ext cx="1720214" cy="1032129"/>
      </dsp:txXfrm>
    </dsp:sp>
    <dsp:sp modelId="{FE81F28D-54F3-4763-91EC-1169011BB0AD}">
      <dsp:nvSpPr>
        <dsp:cNvPr id="0" name=""/>
        <dsp:cNvSpPr/>
      </dsp:nvSpPr>
      <dsp:spPr>
        <a:xfrm>
          <a:off x="0" y="2769774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Evaluation Metrics:</a:t>
          </a:r>
          <a:endParaRPr lang="en-US" sz="1300" kern="1200"/>
        </a:p>
      </dsp:txBody>
      <dsp:txXfrm>
        <a:off x="0" y="2769774"/>
        <a:ext cx="1720214" cy="1032129"/>
      </dsp:txXfrm>
    </dsp:sp>
    <dsp:sp modelId="{F0EB2B8C-1B79-4170-88E4-38417C9F19EF}">
      <dsp:nvSpPr>
        <dsp:cNvPr id="0" name=""/>
        <dsp:cNvSpPr/>
      </dsp:nvSpPr>
      <dsp:spPr>
        <a:xfrm>
          <a:off x="1892236" y="2769774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MAE (Mean Absolute Error) </a:t>
          </a:r>
        </a:p>
      </dsp:txBody>
      <dsp:txXfrm>
        <a:off x="1892236" y="2769774"/>
        <a:ext cx="1720214" cy="1032129"/>
      </dsp:txXfrm>
    </dsp:sp>
    <dsp:sp modelId="{CB542CD4-CD94-4599-BEC6-19DECFC97CDC}">
      <dsp:nvSpPr>
        <dsp:cNvPr id="0" name=""/>
        <dsp:cNvSpPr/>
      </dsp:nvSpPr>
      <dsp:spPr>
        <a:xfrm>
          <a:off x="3784472" y="2769774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RMSE </a:t>
          </a:r>
        </a:p>
      </dsp:txBody>
      <dsp:txXfrm>
        <a:off x="3784472" y="2769774"/>
        <a:ext cx="1720214" cy="1032129"/>
      </dsp:txXfrm>
    </dsp:sp>
    <dsp:sp modelId="{0EF5D91C-4D39-40AE-A9BE-1493585270ED}">
      <dsp:nvSpPr>
        <dsp:cNvPr id="0" name=""/>
        <dsp:cNvSpPr/>
      </dsp:nvSpPr>
      <dsp:spPr>
        <a:xfrm>
          <a:off x="946118" y="3973925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R² Score </a:t>
          </a:r>
        </a:p>
      </dsp:txBody>
      <dsp:txXfrm>
        <a:off x="946118" y="3973925"/>
        <a:ext cx="1720214" cy="1032129"/>
      </dsp:txXfrm>
    </dsp:sp>
    <dsp:sp modelId="{BC9ACA41-8BD6-46C0-A30B-8A888B4AD51F}">
      <dsp:nvSpPr>
        <dsp:cNvPr id="0" name=""/>
        <dsp:cNvSpPr/>
      </dsp:nvSpPr>
      <dsp:spPr>
        <a:xfrm>
          <a:off x="2838354" y="3973925"/>
          <a:ext cx="1720214" cy="1032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Result:</a:t>
          </a:r>
          <a:br>
            <a:rPr lang="en-US" sz="1300" kern="1200"/>
          </a:br>
          <a:r>
            <a:rPr lang="en-US" sz="1300" kern="1200"/>
            <a:t>👉 Random Forest performed better for nonlinear environmental data</a:t>
          </a:r>
        </a:p>
      </dsp:txBody>
      <dsp:txXfrm>
        <a:off x="2838354" y="3973925"/>
        <a:ext cx="1720214" cy="10321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0C731-370C-42DB-A45E-C98E134062D7}">
      <dsp:nvSpPr>
        <dsp:cNvPr id="0" name=""/>
        <dsp:cNvSpPr/>
      </dsp:nvSpPr>
      <dsp:spPr>
        <a:xfrm>
          <a:off x="0" y="183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B6CDF-7ECF-4F52-BDC6-3EA1BF20AA26}">
      <dsp:nvSpPr>
        <dsp:cNvPr id="0" name=""/>
        <dsp:cNvSpPr/>
      </dsp:nvSpPr>
      <dsp:spPr>
        <a:xfrm>
          <a:off x="0" y="1839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Streamlit App Features:</a:t>
          </a:r>
          <a:endParaRPr lang="en-US" sz="1400" kern="1200"/>
        </a:p>
      </dsp:txBody>
      <dsp:txXfrm>
        <a:off x="0" y="1839"/>
        <a:ext cx="11155680" cy="313637"/>
      </dsp:txXfrm>
    </dsp:sp>
    <dsp:sp modelId="{7649B864-DE01-4306-BD2A-F45F1F2C0FAA}">
      <dsp:nvSpPr>
        <dsp:cNvPr id="0" name=""/>
        <dsp:cNvSpPr/>
      </dsp:nvSpPr>
      <dsp:spPr>
        <a:xfrm>
          <a:off x="0" y="315476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3DAED-3F77-492F-90A8-684ABFBDEA03}">
      <dsp:nvSpPr>
        <dsp:cNvPr id="0" name=""/>
        <dsp:cNvSpPr/>
      </dsp:nvSpPr>
      <dsp:spPr>
        <a:xfrm>
          <a:off x="0" y="315476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User inputs weather conditions </a:t>
          </a:r>
        </a:p>
      </dsp:txBody>
      <dsp:txXfrm>
        <a:off x="0" y="315476"/>
        <a:ext cx="11155680" cy="313637"/>
      </dsp:txXfrm>
    </dsp:sp>
    <dsp:sp modelId="{6BB5CE0B-FD84-4F67-98AE-3A75DE8EC943}">
      <dsp:nvSpPr>
        <dsp:cNvPr id="0" name=""/>
        <dsp:cNvSpPr/>
      </dsp:nvSpPr>
      <dsp:spPr>
        <a:xfrm>
          <a:off x="0" y="629114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A2669-150A-43E7-B4D7-7687B2CD5A08}">
      <dsp:nvSpPr>
        <dsp:cNvPr id="0" name=""/>
        <dsp:cNvSpPr/>
      </dsp:nvSpPr>
      <dsp:spPr>
        <a:xfrm>
          <a:off x="0" y="629114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Real-time prediction of pollutants </a:t>
          </a:r>
        </a:p>
      </dsp:txBody>
      <dsp:txXfrm>
        <a:off x="0" y="629114"/>
        <a:ext cx="11155680" cy="313637"/>
      </dsp:txXfrm>
    </dsp:sp>
    <dsp:sp modelId="{69A316B8-1413-4A59-A819-84FDDF998590}">
      <dsp:nvSpPr>
        <dsp:cNvPr id="0" name=""/>
        <dsp:cNvSpPr/>
      </dsp:nvSpPr>
      <dsp:spPr>
        <a:xfrm>
          <a:off x="0" y="942751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15FAE-9EB8-4964-B0E9-3A2A8F8DCB74}">
      <dsp:nvSpPr>
        <dsp:cNvPr id="0" name=""/>
        <dsp:cNvSpPr/>
      </dsp:nvSpPr>
      <dsp:spPr>
        <a:xfrm>
          <a:off x="0" y="942751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Interactive UI with charts </a:t>
          </a:r>
        </a:p>
      </dsp:txBody>
      <dsp:txXfrm>
        <a:off x="0" y="942751"/>
        <a:ext cx="11155680" cy="313637"/>
      </dsp:txXfrm>
    </dsp:sp>
    <dsp:sp modelId="{19B7DE2C-4B28-41EB-B5D4-23EF15682E43}">
      <dsp:nvSpPr>
        <dsp:cNvPr id="0" name=""/>
        <dsp:cNvSpPr/>
      </dsp:nvSpPr>
      <dsp:spPr>
        <a:xfrm>
          <a:off x="0" y="125638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88D7D-033B-4E61-9864-D8C676DBABD3}">
      <dsp:nvSpPr>
        <dsp:cNvPr id="0" name=""/>
        <dsp:cNvSpPr/>
      </dsp:nvSpPr>
      <dsp:spPr>
        <a:xfrm>
          <a:off x="0" y="1256389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Conclusion:</a:t>
          </a:r>
          <a:endParaRPr lang="en-US" sz="1400" kern="1200"/>
        </a:p>
      </dsp:txBody>
      <dsp:txXfrm>
        <a:off x="0" y="1256389"/>
        <a:ext cx="11155680" cy="313637"/>
      </dsp:txXfrm>
    </dsp:sp>
    <dsp:sp modelId="{B2082B33-EBF3-4E1D-93CA-8B295B3C1228}">
      <dsp:nvSpPr>
        <dsp:cNvPr id="0" name=""/>
        <dsp:cNvSpPr/>
      </dsp:nvSpPr>
      <dsp:spPr>
        <a:xfrm>
          <a:off x="0" y="1570026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E868B-4C14-45FD-9992-6E49BA102171}">
      <dsp:nvSpPr>
        <dsp:cNvPr id="0" name=""/>
        <dsp:cNvSpPr/>
      </dsp:nvSpPr>
      <dsp:spPr>
        <a:xfrm>
          <a:off x="0" y="1570026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Successfully predicted multiple pollutants </a:t>
          </a:r>
        </a:p>
      </dsp:txBody>
      <dsp:txXfrm>
        <a:off x="0" y="1570026"/>
        <a:ext cx="11155680" cy="313637"/>
      </dsp:txXfrm>
    </dsp:sp>
    <dsp:sp modelId="{7CE89D63-CF23-484B-BCB3-3E992D199082}">
      <dsp:nvSpPr>
        <dsp:cNvPr id="0" name=""/>
        <dsp:cNvSpPr/>
      </dsp:nvSpPr>
      <dsp:spPr>
        <a:xfrm>
          <a:off x="0" y="1883664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AF5DB-5CF5-449D-97C6-4E669DE99AAA}">
      <dsp:nvSpPr>
        <dsp:cNvPr id="0" name=""/>
        <dsp:cNvSpPr/>
      </dsp:nvSpPr>
      <dsp:spPr>
        <a:xfrm>
          <a:off x="0" y="1883664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Weather + time features are important </a:t>
          </a:r>
        </a:p>
      </dsp:txBody>
      <dsp:txXfrm>
        <a:off x="0" y="1883664"/>
        <a:ext cx="11155680" cy="313637"/>
      </dsp:txXfrm>
    </dsp:sp>
    <dsp:sp modelId="{EA196EFB-EFB3-42CA-987F-9A57BEEBA46C}">
      <dsp:nvSpPr>
        <dsp:cNvPr id="0" name=""/>
        <dsp:cNvSpPr/>
      </dsp:nvSpPr>
      <dsp:spPr>
        <a:xfrm>
          <a:off x="0" y="2197301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2BF4D-A935-4481-9C47-C3F0DBB62B96}">
      <dsp:nvSpPr>
        <dsp:cNvPr id="0" name=""/>
        <dsp:cNvSpPr/>
      </dsp:nvSpPr>
      <dsp:spPr>
        <a:xfrm>
          <a:off x="0" y="2197301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 can support environmental monitoring </a:t>
          </a:r>
        </a:p>
      </dsp:txBody>
      <dsp:txXfrm>
        <a:off x="0" y="2197301"/>
        <a:ext cx="11155680" cy="313637"/>
      </dsp:txXfrm>
    </dsp:sp>
    <dsp:sp modelId="{3556F7B8-9E35-4DD2-9741-C0EF0E6AD3D9}">
      <dsp:nvSpPr>
        <dsp:cNvPr id="0" name=""/>
        <dsp:cNvSpPr/>
      </dsp:nvSpPr>
      <dsp:spPr>
        <a:xfrm>
          <a:off x="0" y="2510938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0C21DE-138E-4D8A-BA9E-1417C7E16259}">
      <dsp:nvSpPr>
        <dsp:cNvPr id="0" name=""/>
        <dsp:cNvSpPr/>
      </dsp:nvSpPr>
      <dsp:spPr>
        <a:xfrm>
          <a:off x="0" y="2510938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Future Work:</a:t>
          </a:r>
          <a:endParaRPr lang="en-US" sz="1400" kern="1200"/>
        </a:p>
      </dsp:txBody>
      <dsp:txXfrm>
        <a:off x="0" y="2510938"/>
        <a:ext cx="11155680" cy="313637"/>
      </dsp:txXfrm>
    </dsp:sp>
    <dsp:sp modelId="{E057F18C-F5AA-45C9-807B-2E5353AD320D}">
      <dsp:nvSpPr>
        <dsp:cNvPr id="0" name=""/>
        <dsp:cNvSpPr/>
      </dsp:nvSpPr>
      <dsp:spPr>
        <a:xfrm>
          <a:off x="0" y="2824576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2BF07-DE08-40DC-B475-B2807DD24E56}">
      <dsp:nvSpPr>
        <dsp:cNvPr id="0" name=""/>
        <dsp:cNvSpPr/>
      </dsp:nvSpPr>
      <dsp:spPr>
        <a:xfrm>
          <a:off x="0" y="2824576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Add real-time API data </a:t>
          </a:r>
        </a:p>
      </dsp:txBody>
      <dsp:txXfrm>
        <a:off x="0" y="2824576"/>
        <a:ext cx="11155680" cy="313637"/>
      </dsp:txXfrm>
    </dsp:sp>
    <dsp:sp modelId="{45156841-8FA0-40CC-9A83-557922147933}">
      <dsp:nvSpPr>
        <dsp:cNvPr id="0" name=""/>
        <dsp:cNvSpPr/>
      </dsp:nvSpPr>
      <dsp:spPr>
        <a:xfrm>
          <a:off x="0" y="3138213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446A0-5298-4241-963A-D36F4D24D743}">
      <dsp:nvSpPr>
        <dsp:cNvPr id="0" name=""/>
        <dsp:cNvSpPr/>
      </dsp:nvSpPr>
      <dsp:spPr>
        <a:xfrm>
          <a:off x="0" y="3138213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advanced models (XGBoost) </a:t>
          </a:r>
        </a:p>
      </dsp:txBody>
      <dsp:txXfrm>
        <a:off x="0" y="3138213"/>
        <a:ext cx="11155680" cy="313637"/>
      </dsp:txXfrm>
    </dsp:sp>
    <dsp:sp modelId="{A424E1AD-BC0E-401F-A099-0621FFF741D6}">
      <dsp:nvSpPr>
        <dsp:cNvPr id="0" name=""/>
        <dsp:cNvSpPr/>
      </dsp:nvSpPr>
      <dsp:spPr>
        <a:xfrm>
          <a:off x="0" y="3451851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3AA09-3BA2-475C-9495-E2123D9E22DF}">
      <dsp:nvSpPr>
        <dsp:cNvPr id="0" name=""/>
        <dsp:cNvSpPr/>
      </dsp:nvSpPr>
      <dsp:spPr>
        <a:xfrm>
          <a:off x="0" y="3451851"/>
          <a:ext cx="11155680" cy="31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Improve UI with AQI categories </a:t>
          </a:r>
        </a:p>
      </dsp:txBody>
      <dsp:txXfrm>
        <a:off x="0" y="3451851"/>
        <a:ext cx="11155680" cy="313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40ED6-EF55-4C60-8207-49207579BE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053EC-FC9B-499A-8C03-286B2982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43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3053EC-FC9B-499A-8C03-286B2982CE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9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8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5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8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8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8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4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05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3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9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7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10.png"/><Relationship Id="rId10" Type="http://schemas.microsoft.com/office/2007/relationships/diagramDrawing" Target="../diagrams/drawing1.xml"/><Relationship Id="rId4" Type="http://schemas.openxmlformats.org/officeDocument/2006/relationships/image" Target="../media/image9.png"/><Relationship Id="rId9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C92CF-610B-0572-8B66-C917C08E3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521209" y="822116"/>
            <a:ext cx="6814088" cy="976538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🌍 Air Quality &amp; Pollution Prediction in European Cities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4F997-9034-4844-F3F6-4D5ABFC3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2043712"/>
            <a:ext cx="3462236" cy="1724029"/>
          </a:xfrm>
        </p:spPr>
        <p:txBody>
          <a:bodyPr anchor="t">
            <a:normAutofit/>
          </a:bodyPr>
          <a:lstStyle/>
          <a:p>
            <a:r>
              <a:rPr lang="en-US" dirty="0"/>
              <a:t>A Multi-Output Machine Learning Approach</a:t>
            </a:r>
          </a:p>
          <a:p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Factories And Smoke">
            <a:extLst>
              <a:ext uri="{FF2B5EF4-FFF2-40B4-BE49-F238E27FC236}">
                <a16:creationId xmlns:a16="http://schemas.microsoft.com/office/drawing/2014/main" id="{4F8DB0B8-CAFC-52F3-38CF-B40D296543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6" r="1" b="1"/>
          <a:stretch>
            <a:fillRect/>
          </a:stretch>
        </p:blipFill>
        <p:spPr>
          <a:xfrm>
            <a:off x="4371704" y="2043712"/>
            <a:ext cx="7293594" cy="409091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520C2-D603-F458-0C4E-0EA11F83431B}"/>
              </a:ext>
            </a:extLst>
          </p:cNvPr>
          <p:cNvSpPr txBox="1"/>
          <p:nvPr/>
        </p:nvSpPr>
        <p:spPr>
          <a:xfrm>
            <a:off x="526692" y="3351186"/>
            <a:ext cx="34622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UMBC DATA606 – Data Science Capstone</a:t>
            </a:r>
            <a:br>
              <a:rPr lang="en-US" dirty="0"/>
            </a:br>
            <a:r>
              <a:rPr lang="en-US" b="1" dirty="0"/>
              <a:t>Author:</a:t>
            </a:r>
            <a:r>
              <a:rPr lang="en-US" dirty="0"/>
              <a:t> RAMIREDDY ROHAN REDDY</a:t>
            </a:r>
            <a:br>
              <a:rPr lang="en-US" dirty="0"/>
            </a:br>
            <a:r>
              <a:rPr lang="en-US" b="1" dirty="0"/>
              <a:t>Instructor:</a:t>
            </a:r>
            <a:r>
              <a:rPr lang="en-US" dirty="0"/>
              <a:t> Dr. </a:t>
            </a:r>
            <a:r>
              <a:rPr lang="en-US" dirty="0" err="1"/>
              <a:t>Chaojie</a:t>
            </a:r>
            <a:r>
              <a:rPr lang="en-US" dirty="0"/>
              <a:t> (Jay) Wang</a:t>
            </a:r>
            <a:br>
              <a:rPr lang="en-US" dirty="0"/>
            </a:br>
            <a:r>
              <a:rPr lang="en-US" b="1" dirty="0"/>
              <a:t>University:</a:t>
            </a:r>
            <a:r>
              <a:rPr lang="en-US" dirty="0"/>
              <a:t> University of Maryland, Baltimore County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 descr="Electric Car">
            <a:extLst>
              <a:ext uri="{FF2B5EF4-FFF2-40B4-BE49-F238E27FC236}">
                <a16:creationId xmlns:a16="http://schemas.microsoft.com/office/drawing/2014/main" id="{0C84E7FE-269C-F31B-476D-19D368AB3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202" y="-262602"/>
            <a:ext cx="4959823" cy="4959823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B7AA7-2572-920B-B20E-6770BFF8C91D}"/>
              </a:ext>
            </a:extLst>
          </p:cNvPr>
          <p:cNvSpPr txBox="1"/>
          <p:nvPr/>
        </p:nvSpPr>
        <p:spPr>
          <a:xfrm>
            <a:off x="6094476" y="1036517"/>
            <a:ext cx="551383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u="sng" dirty="0"/>
              <a:t> Problem Statement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DC4E3-6425-7582-9E69-4C75753EDE95}"/>
              </a:ext>
            </a:extLst>
          </p:cNvPr>
          <p:cNvSpPr txBox="1"/>
          <p:nvPr/>
        </p:nvSpPr>
        <p:spPr>
          <a:xfrm>
            <a:off x="5400935" y="1515521"/>
            <a:ext cx="6370205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Air pollution is a major environmental and health issue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Pollutants like </a:t>
            </a:r>
            <a:r>
              <a:rPr lang="en-US" b="1" dirty="0"/>
              <a:t>PM2.5, PM10, NO₂, O₃</a:t>
            </a:r>
            <a:r>
              <a:rPr lang="en-US" dirty="0"/>
              <a:t> affect human health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Traditional monitoring is reactive, not predictive 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D86EF-D5EA-6456-DFC0-CD7C4187EEAE}"/>
              </a:ext>
            </a:extLst>
          </p:cNvPr>
          <p:cNvSpPr txBox="1"/>
          <p:nvPr/>
        </p:nvSpPr>
        <p:spPr>
          <a:xfrm>
            <a:off x="4210240" y="4702307"/>
            <a:ext cx="7308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Goal:</a:t>
            </a:r>
            <a:br>
              <a:rPr lang="en-US" dirty="0"/>
            </a:br>
            <a:r>
              <a:rPr lang="en-US" dirty="0"/>
              <a:t>👉 Predict pollution levels using historical data and weather conditions</a:t>
            </a:r>
          </a:p>
        </p:txBody>
      </p:sp>
    </p:spTree>
    <p:extLst>
      <p:ext uri="{BB962C8B-B14F-4D97-AF65-F5344CB8AC3E}">
        <p14:creationId xmlns:p14="http://schemas.microsoft.com/office/powerpoint/2010/main" val="61131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6EF71-EB36-30B4-EAAC-D1C64E322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Overview</a:t>
            </a: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18863B04-B0B9-136F-C223-25DEB96D5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8" y="2834404"/>
            <a:ext cx="5639091" cy="300281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361CBFE-9569-1A24-FD57-1A2AE25EB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7104" y="2304288"/>
            <a:ext cx="5129784" cy="405079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Source: European Air Quality Dataset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~1M+ records (large-scale dataset)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Target Variables:</a:t>
            </a:r>
            <a:endParaRPr lang="en-US" sz="1200"/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PM2.5, PM10, NO₂, O₃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Input Features:</a:t>
            </a:r>
            <a:endParaRPr lang="en-US" sz="1200"/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Temperature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Relative Humidity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Year, Month, Day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Day of Week, Weekend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Preprocessing Steps:</a:t>
            </a:r>
            <a:endParaRPr lang="en-US" sz="1200"/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Missing value handling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Data cleaning (non-numeric fixes)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Feature engineering (date-based features)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7706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DB4AF-93A5-F60D-302B-21359723E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dirty="0"/>
              <a:t>Data Cleaning &amp; Challenges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90D5AA73-43CE-2571-097F-38B61D912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A05F2-A8AE-740A-66A1-A48BD2AE0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/>
              <a:t>📌 Content:</a:t>
            </a:r>
          </a:p>
          <a:p>
            <a:pPr>
              <a:lnSpc>
                <a:spcPct val="100000"/>
              </a:lnSpc>
            </a:pPr>
            <a:r>
              <a:rPr lang="en-US"/>
              <a:t>Dataset contained </a:t>
            </a:r>
            <a:r>
              <a:rPr lang="en-US" b="1"/>
              <a:t>missing values and inconsistent entries</a:t>
            </a:r>
            <a:r>
              <a:rPr lang="en-US"/>
              <a:t> </a:t>
            </a:r>
          </a:p>
          <a:p>
            <a:pPr>
              <a:lnSpc>
                <a:spcPct val="100000"/>
              </a:lnSpc>
            </a:pPr>
            <a:r>
              <a:rPr lang="en-US"/>
              <a:t>Some columns had </a:t>
            </a:r>
            <a:r>
              <a:rPr lang="en-US" b="1"/>
              <a:t>non-numeric values (e.g., text in numeric fields)</a:t>
            </a:r>
            <a:r>
              <a:rPr lang="en-US"/>
              <a:t> </a:t>
            </a:r>
          </a:p>
          <a:p>
            <a:pPr>
              <a:lnSpc>
                <a:spcPct val="100000"/>
              </a:lnSpc>
            </a:pPr>
            <a:r>
              <a:rPr lang="en-US"/>
              <a:t>Presence of </a:t>
            </a:r>
            <a:r>
              <a:rPr lang="en-US" b="1"/>
              <a:t>outliers and unrealistic values</a:t>
            </a:r>
            <a:r>
              <a:rPr lang="en-US"/>
              <a:t> </a:t>
            </a:r>
          </a:p>
          <a:p>
            <a:pPr>
              <a:lnSpc>
                <a:spcPct val="100000"/>
              </a:lnSpc>
            </a:pPr>
            <a:r>
              <a:rPr lang="en-US"/>
              <a:t>Large dataset size caused </a:t>
            </a:r>
            <a:r>
              <a:rPr lang="en-US" b="1"/>
              <a:t>performance issues</a:t>
            </a:r>
            <a:r>
              <a:rPr lang="en-US"/>
              <a:t> </a:t>
            </a:r>
          </a:p>
          <a:p>
            <a:pPr>
              <a:lnSpc>
                <a:spcPct val="100000"/>
              </a:lnSpc>
            </a:pPr>
            <a:r>
              <a:rPr lang="en-US" b="1"/>
              <a:t>🛠 Solutions:</a:t>
            </a:r>
          </a:p>
          <a:p>
            <a:pPr>
              <a:lnSpc>
                <a:spcPct val="100000"/>
              </a:lnSpc>
            </a:pPr>
            <a:r>
              <a:rPr lang="en-US"/>
              <a:t>Converted columns using pd.to_numeric(errors='coerce') </a:t>
            </a:r>
          </a:p>
          <a:p>
            <a:pPr>
              <a:lnSpc>
                <a:spcPct val="100000"/>
              </a:lnSpc>
            </a:pPr>
            <a:r>
              <a:rPr lang="en-US"/>
              <a:t>Handled missing values using </a:t>
            </a:r>
            <a:r>
              <a:rPr lang="en-US" b="1"/>
              <a:t>median/mode imputation</a:t>
            </a:r>
            <a:r>
              <a:rPr lang="en-US"/>
              <a:t> </a:t>
            </a:r>
          </a:p>
          <a:p>
            <a:pPr>
              <a:lnSpc>
                <a:spcPct val="100000"/>
              </a:lnSpc>
            </a:pPr>
            <a:r>
              <a:rPr lang="en-US"/>
              <a:t>Removed/capped outliers using </a:t>
            </a:r>
            <a:r>
              <a:rPr lang="en-US" b="1"/>
              <a:t>IQR method</a:t>
            </a:r>
            <a:r>
              <a:rPr lang="en-US"/>
              <a:t> </a:t>
            </a:r>
          </a:p>
          <a:p>
            <a:pPr>
              <a:lnSpc>
                <a:spcPct val="100000"/>
              </a:lnSpc>
            </a:pPr>
            <a:r>
              <a:rPr lang="en-US"/>
              <a:t>Reduced dataset size for faster model training</a:t>
            </a:r>
          </a:p>
          <a:p>
            <a:pPr>
              <a:lnSpc>
                <a:spcPct val="10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42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AD3E44B-91E3-5931-BD22-39415141D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E38DD-45D1-2E7F-AB23-A85B21DFB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Key Insights from EDA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D852C72-6162-9C55-B6AF-350C6F6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A9CDE0-ED0E-E04C-7F32-F014C44834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67" r="14183"/>
          <a:stretch>
            <a:fillRect/>
          </a:stretch>
        </p:blipFill>
        <p:spPr>
          <a:xfrm>
            <a:off x="517870" y="2331571"/>
            <a:ext cx="2104812" cy="18108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4FB082-F529-503B-09AD-579B8EA4E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7" r="6374" b="-6"/>
          <a:stretch>
            <a:fillRect/>
          </a:stretch>
        </p:blipFill>
        <p:spPr>
          <a:xfrm>
            <a:off x="2923842" y="2329688"/>
            <a:ext cx="2104812" cy="18126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CD2FB3-A743-F9DE-1BA5-BA8C6FF831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17" r="4995" b="1"/>
          <a:stretch>
            <a:fillRect/>
          </a:stretch>
        </p:blipFill>
        <p:spPr>
          <a:xfrm>
            <a:off x="517871" y="4432365"/>
            <a:ext cx="2104812" cy="19839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777FE4-B9A4-79BA-6329-B1727EFD40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68" r="-1" b="1572"/>
          <a:stretch>
            <a:fillRect/>
          </a:stretch>
        </p:blipFill>
        <p:spPr>
          <a:xfrm>
            <a:off x="2923842" y="4432365"/>
            <a:ext cx="2104812" cy="1983992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F153FFF-4C5F-D320-D3CA-B42C727A6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152240"/>
              </p:ext>
            </p:extLst>
          </p:nvPr>
        </p:nvGraphicFramePr>
        <p:xfrm>
          <a:off x="5532120" y="2304288"/>
          <a:ext cx="6153912" cy="4041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45991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F8227-5994-C380-D499-0B18EF8B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Machine Learning Model</a:t>
            </a:r>
            <a:br>
              <a:rPr lang="en-US" sz="3700"/>
            </a:br>
            <a:endParaRPr lang="en-US" sz="3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7A8BF23-5D22-582C-1EB0-BA6ECCD8F2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63056" y="978408"/>
          <a:ext cx="5504688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BA81B90-A2FB-FB20-E2EF-5B29D8F59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5642693"/>
            <a:ext cx="2511246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CCCCCC"/>
                </a:solidFill>
                <a:effectLst/>
                <a:latin typeface="var(--notebook-cell-output-font-family)"/>
              </a:rPr>
              <a:t>Modeling dataframe shape: (200000, 11)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5490EA-D1BB-7A3F-84E9-852EEA8FCB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556" y="2300364"/>
            <a:ext cx="5021183" cy="11286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0258C6-E2CB-1D2D-9C2F-682AE650E8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828" y="3621024"/>
            <a:ext cx="2467319" cy="11717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AF18B85-CB6D-4D49-3D40-45C67C7036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3786" y="3662172"/>
            <a:ext cx="2258112" cy="108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5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C83D-E835-C2E3-042A-23958175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Deployment &amp; Conclusion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BB1818-CBB8-5710-0CC4-4BFBCB0B45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759014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390</Words>
  <Application>Microsoft Office PowerPoint</Application>
  <PresentationFormat>Widescreen</PresentationFormat>
  <Paragraphs>72</Paragraphs>
  <Slides>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Bierstadt</vt:lpstr>
      <vt:lpstr>var(--notebook-cell-output-font-family)</vt:lpstr>
      <vt:lpstr>GestaltVTI</vt:lpstr>
      <vt:lpstr>🌍 Air Quality &amp; Pollution Prediction in European Cities</vt:lpstr>
      <vt:lpstr>PowerPoint Presentation</vt:lpstr>
      <vt:lpstr>Dataset Overview</vt:lpstr>
      <vt:lpstr>Data Cleaning &amp; Challenges</vt:lpstr>
      <vt:lpstr>Key Insights from EDA</vt:lpstr>
      <vt:lpstr>Machine Learning Model </vt:lpstr>
      <vt:lpstr>Deployment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Reddy Ramireddy</dc:creator>
  <cp:lastModifiedBy>Rohan Reddy Ramireddy</cp:lastModifiedBy>
  <cp:revision>1</cp:revision>
  <dcterms:created xsi:type="dcterms:W3CDTF">2026-04-16T16:55:26Z</dcterms:created>
  <dcterms:modified xsi:type="dcterms:W3CDTF">2026-04-16T22:10:00Z</dcterms:modified>
</cp:coreProperties>
</file>